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8229600" cx="14630400"/>
  <p:notesSz cx="8229600" cy="14630400"/>
  <p:embeddedFontLst>
    <p:embeddedFont>
      <p:font typeface="Raleway"/>
      <p:regular r:id="rId16"/>
      <p:bold r:id="rId17"/>
      <p:italic r:id="rId18"/>
      <p:boldItalic r:id="rId19"/>
    </p:embeddedFont>
    <p:embeddedFont>
      <p:font typeface="Lato"/>
      <p:regular r:id="rId20"/>
      <p:bold r:id="rId21"/>
      <p:italic r:id="rId22"/>
      <p:boldItalic r:id="rId23"/>
    </p:embeddedFont>
    <p:embeddedFont>
      <p:font typeface="Source Sans 3"/>
      <p:regular r:id="rId24"/>
      <p:bold r:id="rId25"/>
      <p:italic r:id="rId26"/>
      <p:boldItalic r:id="rId27"/>
    </p:embeddedFont>
    <p:embeddedFont>
      <p:font typeface="Source Serif 4"/>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SourceSans3-regular.fntdata"/><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ourceSans3-italic.fntdata"/><Relationship Id="rId25" Type="http://schemas.openxmlformats.org/officeDocument/2006/relationships/font" Target="fonts/SourceSans3-bold.fntdata"/><Relationship Id="rId28" Type="http://schemas.openxmlformats.org/officeDocument/2006/relationships/font" Target="fonts/SourceSerif4-regular.fntdata"/><Relationship Id="rId27" Type="http://schemas.openxmlformats.org/officeDocument/2006/relationships/font" Target="fonts/SourceSans3-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ourceSerif4-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ourceSerif4-boldItalic.fntdata"/><Relationship Id="rId30" Type="http://schemas.openxmlformats.org/officeDocument/2006/relationships/font" Target="fonts/SourceSerif4-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aleway-bold.fntdata"/><Relationship Id="rId16" Type="http://schemas.openxmlformats.org/officeDocument/2006/relationships/font" Target="fonts/Raleway-regular.fntdata"/><Relationship Id="rId19" Type="http://schemas.openxmlformats.org/officeDocument/2006/relationships/font" Target="fonts/Raleway-boldItalic.fntdata"/><Relationship Id="rId1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p:nvPr/>
        </p:nvSpPr>
        <p:spPr>
          <a:xfrm>
            <a:off x="0" y="0"/>
            <a:ext cx="14630400" cy="7806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nvGrpSpPr>
          <p:cNvPr id="15" name="Google Shape;15;p2"/>
          <p:cNvGrpSpPr/>
          <p:nvPr/>
        </p:nvGrpSpPr>
        <p:grpSpPr>
          <a:xfrm>
            <a:off x="1328810" y="1906009"/>
            <a:ext cx="1193264" cy="73322"/>
            <a:chOff x="4580561" y="2589004"/>
            <a:chExt cx="1064464" cy="25200"/>
          </a:xfrm>
        </p:grpSpPr>
        <p:sp>
          <p:nvSpPr>
            <p:cNvPr id="16" name="Google Shape;16;p2"/>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17" name="Google Shape;17;p2"/>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8" name="Google Shape;18;p2"/>
          <p:cNvSpPr txBox="1"/>
          <p:nvPr>
            <p:ph type="ctrTitle"/>
          </p:nvPr>
        </p:nvSpPr>
        <p:spPr>
          <a:xfrm>
            <a:off x="1167120" y="2115920"/>
            <a:ext cx="12300900" cy="2663400"/>
          </a:xfrm>
          <a:prstGeom prst="rect">
            <a:avLst/>
          </a:prstGeom>
        </p:spPr>
        <p:txBody>
          <a:bodyPr anchorCtr="0" anchor="t" bIns="146275" lIns="146275" spcFirstLastPara="1" rIns="146275" wrap="square" tIns="146275">
            <a:normAutofit/>
          </a:bodyPr>
          <a:lstStyle>
            <a:lvl1pPr lvl="0">
              <a:spcBef>
                <a:spcPts val="0"/>
              </a:spcBef>
              <a:spcAft>
                <a:spcPts val="0"/>
              </a:spcAft>
              <a:buSzPts val="6700"/>
              <a:buNone/>
              <a:defRPr sz="6700"/>
            </a:lvl1pPr>
            <a:lvl2pPr lvl="1">
              <a:spcBef>
                <a:spcPts val="0"/>
              </a:spcBef>
              <a:spcAft>
                <a:spcPts val="0"/>
              </a:spcAft>
              <a:buSzPts val="6700"/>
              <a:buNone/>
              <a:defRPr sz="6700"/>
            </a:lvl2pPr>
            <a:lvl3pPr lvl="2">
              <a:spcBef>
                <a:spcPts val="0"/>
              </a:spcBef>
              <a:spcAft>
                <a:spcPts val="0"/>
              </a:spcAft>
              <a:buSzPts val="6700"/>
              <a:buNone/>
              <a:defRPr sz="6700"/>
            </a:lvl3pPr>
            <a:lvl4pPr lvl="3">
              <a:spcBef>
                <a:spcPts val="0"/>
              </a:spcBef>
              <a:spcAft>
                <a:spcPts val="0"/>
              </a:spcAft>
              <a:buSzPts val="6700"/>
              <a:buNone/>
              <a:defRPr sz="6700"/>
            </a:lvl4pPr>
            <a:lvl5pPr lvl="4">
              <a:spcBef>
                <a:spcPts val="0"/>
              </a:spcBef>
              <a:spcAft>
                <a:spcPts val="0"/>
              </a:spcAft>
              <a:buSzPts val="6700"/>
              <a:buNone/>
              <a:defRPr sz="6700"/>
            </a:lvl5pPr>
            <a:lvl6pPr lvl="5">
              <a:spcBef>
                <a:spcPts val="0"/>
              </a:spcBef>
              <a:spcAft>
                <a:spcPts val="0"/>
              </a:spcAft>
              <a:buSzPts val="6700"/>
              <a:buNone/>
              <a:defRPr sz="6700"/>
            </a:lvl6pPr>
            <a:lvl7pPr lvl="6">
              <a:spcBef>
                <a:spcPts val="0"/>
              </a:spcBef>
              <a:spcAft>
                <a:spcPts val="0"/>
              </a:spcAft>
              <a:buSzPts val="6700"/>
              <a:buNone/>
              <a:defRPr sz="6700"/>
            </a:lvl7pPr>
            <a:lvl8pPr lvl="7">
              <a:spcBef>
                <a:spcPts val="0"/>
              </a:spcBef>
              <a:spcAft>
                <a:spcPts val="0"/>
              </a:spcAft>
              <a:buSzPts val="6700"/>
              <a:buNone/>
              <a:defRPr sz="6700"/>
            </a:lvl8pPr>
            <a:lvl9pPr lvl="8">
              <a:spcBef>
                <a:spcPts val="0"/>
              </a:spcBef>
              <a:spcAft>
                <a:spcPts val="0"/>
              </a:spcAft>
              <a:buSzPts val="6700"/>
              <a:buNone/>
              <a:defRPr sz="6700"/>
            </a:lvl9pPr>
          </a:lstStyle>
          <a:p/>
        </p:txBody>
      </p:sp>
      <p:sp>
        <p:nvSpPr>
          <p:cNvPr id="19" name="Google Shape;19;p2"/>
          <p:cNvSpPr txBox="1"/>
          <p:nvPr>
            <p:ph idx="1" type="subTitle"/>
          </p:nvPr>
        </p:nvSpPr>
        <p:spPr>
          <a:xfrm>
            <a:off x="1167404" y="5076640"/>
            <a:ext cx="12300900" cy="865800"/>
          </a:xfrm>
          <a:prstGeom prst="rect">
            <a:avLst/>
          </a:prstGeom>
        </p:spPr>
        <p:txBody>
          <a:bodyPr anchorCtr="0" anchor="t" bIns="146275" lIns="146275" spcFirstLastPara="1" rIns="146275" wrap="square" tIns="146275">
            <a:normAutofit/>
          </a:bodyPr>
          <a:lstStyle>
            <a:lvl1pPr lvl="0">
              <a:lnSpc>
                <a:spcPct val="100000"/>
              </a:lnSpc>
              <a:spcBef>
                <a:spcPts val="0"/>
              </a:spcBef>
              <a:spcAft>
                <a:spcPts val="0"/>
              </a:spcAft>
              <a:buSzPts val="2600"/>
              <a:buNone/>
              <a:defRPr sz="2600"/>
            </a:lvl1pPr>
            <a:lvl2pPr lvl="1">
              <a:lnSpc>
                <a:spcPct val="100000"/>
              </a:lnSpc>
              <a:spcBef>
                <a:spcPts val="0"/>
              </a:spcBef>
              <a:spcAft>
                <a:spcPts val="0"/>
              </a:spcAft>
              <a:buSzPts val="2600"/>
              <a:buNone/>
              <a:defRPr sz="2600"/>
            </a:lvl2pPr>
            <a:lvl3pPr lvl="2">
              <a:lnSpc>
                <a:spcPct val="100000"/>
              </a:lnSpc>
              <a:spcBef>
                <a:spcPts val="0"/>
              </a:spcBef>
              <a:spcAft>
                <a:spcPts val="0"/>
              </a:spcAft>
              <a:buSzPts val="2600"/>
              <a:buNone/>
              <a:defRPr sz="2600"/>
            </a:lvl3pPr>
            <a:lvl4pPr lvl="3">
              <a:lnSpc>
                <a:spcPct val="100000"/>
              </a:lnSpc>
              <a:spcBef>
                <a:spcPts val="0"/>
              </a:spcBef>
              <a:spcAft>
                <a:spcPts val="0"/>
              </a:spcAft>
              <a:buSzPts val="2600"/>
              <a:buNone/>
              <a:defRPr sz="2600"/>
            </a:lvl4pPr>
            <a:lvl5pPr lvl="4">
              <a:lnSpc>
                <a:spcPct val="100000"/>
              </a:lnSpc>
              <a:spcBef>
                <a:spcPts val="0"/>
              </a:spcBef>
              <a:spcAft>
                <a:spcPts val="0"/>
              </a:spcAft>
              <a:buSzPts val="2600"/>
              <a:buNone/>
              <a:defRPr sz="2600"/>
            </a:lvl5pPr>
            <a:lvl6pPr lvl="5">
              <a:lnSpc>
                <a:spcPct val="100000"/>
              </a:lnSpc>
              <a:spcBef>
                <a:spcPts val="0"/>
              </a:spcBef>
              <a:spcAft>
                <a:spcPts val="0"/>
              </a:spcAft>
              <a:buSzPts val="2600"/>
              <a:buNone/>
              <a:defRPr sz="2600"/>
            </a:lvl6pPr>
            <a:lvl7pPr lvl="6">
              <a:lnSpc>
                <a:spcPct val="100000"/>
              </a:lnSpc>
              <a:spcBef>
                <a:spcPts val="0"/>
              </a:spcBef>
              <a:spcAft>
                <a:spcPts val="0"/>
              </a:spcAft>
              <a:buSzPts val="2600"/>
              <a:buNone/>
              <a:defRPr sz="2600"/>
            </a:lvl7pPr>
            <a:lvl8pPr lvl="7">
              <a:lnSpc>
                <a:spcPct val="100000"/>
              </a:lnSpc>
              <a:spcBef>
                <a:spcPts val="0"/>
              </a:spcBef>
              <a:spcAft>
                <a:spcPts val="0"/>
              </a:spcAft>
              <a:buSzPts val="2600"/>
              <a:buNone/>
              <a:defRPr sz="2600"/>
            </a:lvl8pPr>
            <a:lvl9pPr lvl="8">
              <a:lnSpc>
                <a:spcPct val="100000"/>
              </a:lnSpc>
              <a:spcBef>
                <a:spcPts val="0"/>
              </a:spcBef>
              <a:spcAft>
                <a:spcPts val="0"/>
              </a:spcAft>
              <a:buSzPts val="2600"/>
              <a:buNone/>
              <a:defRPr sz="2600"/>
            </a:lvl9pPr>
          </a:lstStyle>
          <a:p/>
        </p:txBody>
      </p:sp>
      <p:sp>
        <p:nvSpPr>
          <p:cNvPr id="20" name="Google Shape;20;p2"/>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p3"/>
          <p:cNvGrpSpPr/>
          <p:nvPr/>
        </p:nvGrpSpPr>
        <p:grpSpPr>
          <a:xfrm>
            <a:off x="1328810" y="1906009"/>
            <a:ext cx="1193264" cy="73322"/>
            <a:chOff x="4580561" y="2589004"/>
            <a:chExt cx="1064464" cy="25200"/>
          </a:xfrm>
        </p:grpSpPr>
        <p:sp>
          <p:nvSpPr>
            <p:cNvPr id="23" name="Google Shape;23;p3"/>
            <p:cNvSpPr/>
            <p:nvPr/>
          </p:nvSpPr>
          <p:spPr>
            <a:xfrm rot="-5400000">
              <a:off x="5366325" y="2335504"/>
              <a:ext cx="25200" cy="5322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24" name="Google Shape;24;p3"/>
            <p:cNvSpPr/>
            <p:nvPr/>
          </p:nvSpPr>
          <p:spPr>
            <a:xfrm rot="-5400000">
              <a:off x="4836311" y="2333254"/>
              <a:ext cx="25200" cy="5367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1167120" y="2115920"/>
            <a:ext cx="12301500" cy="2429700"/>
          </a:xfrm>
          <a:prstGeom prst="rect">
            <a:avLst/>
          </a:prstGeom>
        </p:spPr>
        <p:txBody>
          <a:bodyPr anchorCtr="0" anchor="t" bIns="146275" lIns="146275" spcFirstLastPara="1" rIns="146275" wrap="square" tIns="146275">
            <a:normAutofit/>
          </a:bodyPr>
          <a:lstStyle>
            <a:lvl1pPr lvl="0">
              <a:spcBef>
                <a:spcPts val="0"/>
              </a:spcBef>
              <a:spcAft>
                <a:spcPts val="0"/>
              </a:spcAft>
              <a:buClr>
                <a:schemeClr val="lt1"/>
              </a:buClr>
              <a:buSzPts val="5800"/>
              <a:buNone/>
              <a:defRPr sz="5800">
                <a:solidFill>
                  <a:schemeClr val="lt1"/>
                </a:solidFill>
              </a:defRPr>
            </a:lvl1pPr>
            <a:lvl2pPr lvl="1">
              <a:spcBef>
                <a:spcPts val="0"/>
              </a:spcBef>
              <a:spcAft>
                <a:spcPts val="0"/>
              </a:spcAft>
              <a:buClr>
                <a:schemeClr val="lt1"/>
              </a:buClr>
              <a:buSzPts val="5800"/>
              <a:buNone/>
              <a:defRPr sz="5800">
                <a:solidFill>
                  <a:schemeClr val="lt1"/>
                </a:solidFill>
              </a:defRPr>
            </a:lvl2pPr>
            <a:lvl3pPr lvl="2">
              <a:spcBef>
                <a:spcPts val="0"/>
              </a:spcBef>
              <a:spcAft>
                <a:spcPts val="0"/>
              </a:spcAft>
              <a:buClr>
                <a:schemeClr val="lt1"/>
              </a:buClr>
              <a:buSzPts val="5800"/>
              <a:buNone/>
              <a:defRPr sz="5800">
                <a:solidFill>
                  <a:schemeClr val="lt1"/>
                </a:solidFill>
              </a:defRPr>
            </a:lvl3pPr>
            <a:lvl4pPr lvl="3">
              <a:spcBef>
                <a:spcPts val="0"/>
              </a:spcBef>
              <a:spcAft>
                <a:spcPts val="0"/>
              </a:spcAft>
              <a:buClr>
                <a:schemeClr val="lt1"/>
              </a:buClr>
              <a:buSzPts val="5800"/>
              <a:buNone/>
              <a:defRPr sz="5800">
                <a:solidFill>
                  <a:schemeClr val="lt1"/>
                </a:solidFill>
              </a:defRPr>
            </a:lvl4pPr>
            <a:lvl5pPr lvl="4">
              <a:spcBef>
                <a:spcPts val="0"/>
              </a:spcBef>
              <a:spcAft>
                <a:spcPts val="0"/>
              </a:spcAft>
              <a:buClr>
                <a:schemeClr val="lt1"/>
              </a:buClr>
              <a:buSzPts val="5800"/>
              <a:buNone/>
              <a:defRPr sz="5800">
                <a:solidFill>
                  <a:schemeClr val="lt1"/>
                </a:solidFill>
              </a:defRPr>
            </a:lvl5pPr>
            <a:lvl6pPr lvl="5">
              <a:spcBef>
                <a:spcPts val="0"/>
              </a:spcBef>
              <a:spcAft>
                <a:spcPts val="0"/>
              </a:spcAft>
              <a:buClr>
                <a:schemeClr val="lt1"/>
              </a:buClr>
              <a:buSzPts val="5800"/>
              <a:buNone/>
              <a:defRPr sz="5800">
                <a:solidFill>
                  <a:schemeClr val="lt1"/>
                </a:solidFill>
              </a:defRPr>
            </a:lvl6pPr>
            <a:lvl7pPr lvl="6">
              <a:spcBef>
                <a:spcPts val="0"/>
              </a:spcBef>
              <a:spcAft>
                <a:spcPts val="0"/>
              </a:spcAft>
              <a:buClr>
                <a:schemeClr val="lt1"/>
              </a:buClr>
              <a:buSzPts val="5800"/>
              <a:buNone/>
              <a:defRPr sz="5800">
                <a:solidFill>
                  <a:schemeClr val="lt1"/>
                </a:solidFill>
              </a:defRPr>
            </a:lvl7pPr>
            <a:lvl8pPr lvl="7">
              <a:spcBef>
                <a:spcPts val="0"/>
              </a:spcBef>
              <a:spcAft>
                <a:spcPts val="0"/>
              </a:spcAft>
              <a:buClr>
                <a:schemeClr val="lt1"/>
              </a:buClr>
              <a:buSzPts val="5800"/>
              <a:buNone/>
              <a:defRPr sz="5800">
                <a:solidFill>
                  <a:schemeClr val="lt1"/>
                </a:solidFill>
              </a:defRPr>
            </a:lvl8pPr>
            <a:lvl9pPr lvl="8">
              <a:spcBef>
                <a:spcPts val="0"/>
              </a:spcBef>
              <a:spcAft>
                <a:spcPts val="0"/>
              </a:spcAft>
              <a:buClr>
                <a:schemeClr val="lt1"/>
              </a:buClr>
              <a:buSzPts val="5800"/>
              <a:buNone/>
              <a:defRPr sz="5800">
                <a:solidFill>
                  <a:schemeClr val="lt1"/>
                </a:solidFill>
              </a:defRPr>
            </a:lvl9pPr>
          </a:lstStyle>
          <a:p/>
        </p:txBody>
      </p:sp>
      <p:sp>
        <p:nvSpPr>
          <p:cNvPr id="26" name="Google Shape;26;p3"/>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nvGrpSpPr>
          <p:cNvPr id="29" name="Google Shape;29;p4"/>
          <p:cNvGrpSpPr/>
          <p:nvPr/>
        </p:nvGrpSpPr>
        <p:grpSpPr>
          <a:xfrm>
            <a:off x="1328810" y="1906009"/>
            <a:ext cx="1193264" cy="73322"/>
            <a:chOff x="4580561" y="2589004"/>
            <a:chExt cx="1064464" cy="25200"/>
          </a:xfrm>
        </p:grpSpPr>
        <p:sp>
          <p:nvSpPr>
            <p:cNvPr id="30" name="Google Shape;30;p4"/>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31" name="Google Shape;31;p4"/>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32" name="Google Shape;32;p4"/>
          <p:cNvSpPr txBox="1"/>
          <p:nvPr>
            <p:ph type="title"/>
          </p:nvPr>
        </p:nvSpPr>
        <p:spPr>
          <a:xfrm>
            <a:off x="1167120" y="2109840"/>
            <a:ext cx="12301800" cy="856200"/>
          </a:xfrm>
          <a:prstGeom prst="rect">
            <a:avLst/>
          </a:prstGeom>
        </p:spPr>
        <p:txBody>
          <a:bodyPr anchorCtr="0" anchor="t" bIns="146275" lIns="146275" spcFirstLastPara="1" rIns="146275" wrap="square" tIns="14627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33" name="Google Shape;33;p4"/>
          <p:cNvSpPr txBox="1"/>
          <p:nvPr>
            <p:ph idx="1" type="body"/>
          </p:nvPr>
        </p:nvSpPr>
        <p:spPr>
          <a:xfrm>
            <a:off x="1167120" y="3326200"/>
            <a:ext cx="12301800" cy="3617700"/>
          </a:xfrm>
          <a:prstGeom prst="rect">
            <a:avLst/>
          </a:prstGeom>
        </p:spPr>
        <p:txBody>
          <a:bodyPr anchorCtr="0" anchor="t" bIns="146275" lIns="146275" spcFirstLastPara="1" rIns="146275" wrap="square" tIns="146275">
            <a:normAutofit/>
          </a:bodyPr>
          <a:lstStyle>
            <a:lvl1pPr indent="-361950" lvl="0" marL="457200">
              <a:spcBef>
                <a:spcPts val="0"/>
              </a:spcBef>
              <a:spcAft>
                <a:spcPts val="0"/>
              </a:spcAft>
              <a:buSzPts val="21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4" name="Google Shape;34;p4"/>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5"/>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nvGrpSpPr>
          <p:cNvPr id="37" name="Google Shape;37;p5"/>
          <p:cNvGrpSpPr/>
          <p:nvPr/>
        </p:nvGrpSpPr>
        <p:grpSpPr>
          <a:xfrm>
            <a:off x="1328810" y="1906009"/>
            <a:ext cx="1193264" cy="73322"/>
            <a:chOff x="4580561" y="2589004"/>
            <a:chExt cx="1064464" cy="25200"/>
          </a:xfrm>
        </p:grpSpPr>
        <p:sp>
          <p:nvSpPr>
            <p:cNvPr id="38" name="Google Shape;38;p5"/>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39" name="Google Shape;39;p5"/>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40" name="Google Shape;40;p5"/>
          <p:cNvSpPr txBox="1"/>
          <p:nvPr>
            <p:ph type="title"/>
          </p:nvPr>
        </p:nvSpPr>
        <p:spPr>
          <a:xfrm>
            <a:off x="1167120" y="2109840"/>
            <a:ext cx="12301500" cy="856200"/>
          </a:xfrm>
          <a:prstGeom prst="rect">
            <a:avLst/>
          </a:prstGeom>
        </p:spPr>
        <p:txBody>
          <a:bodyPr anchorCtr="0" anchor="t" bIns="146275" lIns="146275" spcFirstLastPara="1" rIns="146275" wrap="square" tIns="14627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1" name="Google Shape;41;p5"/>
          <p:cNvSpPr txBox="1"/>
          <p:nvPr>
            <p:ph idx="1" type="body"/>
          </p:nvPr>
        </p:nvSpPr>
        <p:spPr>
          <a:xfrm>
            <a:off x="1166920" y="3326200"/>
            <a:ext cx="6039000" cy="3617700"/>
          </a:xfrm>
          <a:prstGeom prst="rect">
            <a:avLst/>
          </a:prstGeom>
        </p:spPr>
        <p:txBody>
          <a:bodyPr anchorCtr="0" anchor="t" bIns="146275" lIns="146275" spcFirstLastPara="1" rIns="146275" wrap="square" tIns="146275">
            <a:normAutofit/>
          </a:bodyPr>
          <a:lstStyle>
            <a:lvl1pPr indent="-361950" lvl="0" marL="457200">
              <a:spcBef>
                <a:spcPts val="0"/>
              </a:spcBef>
              <a:spcAft>
                <a:spcPts val="0"/>
              </a:spcAft>
              <a:buSzPts val="21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42" name="Google Shape;42;p5"/>
          <p:cNvSpPr txBox="1"/>
          <p:nvPr>
            <p:ph idx="2" type="body"/>
          </p:nvPr>
        </p:nvSpPr>
        <p:spPr>
          <a:xfrm>
            <a:off x="7429766" y="3326200"/>
            <a:ext cx="6039000" cy="3617700"/>
          </a:xfrm>
          <a:prstGeom prst="rect">
            <a:avLst/>
          </a:prstGeom>
        </p:spPr>
        <p:txBody>
          <a:bodyPr anchorCtr="0" anchor="t" bIns="146275" lIns="146275" spcFirstLastPara="1" rIns="146275" wrap="square" tIns="146275">
            <a:normAutofit/>
          </a:bodyPr>
          <a:lstStyle>
            <a:lvl1pPr indent="-361950" lvl="0" marL="457200">
              <a:spcBef>
                <a:spcPts val="0"/>
              </a:spcBef>
              <a:spcAft>
                <a:spcPts val="0"/>
              </a:spcAft>
              <a:buSzPts val="21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43" name="Google Shape;43;p5"/>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nvGrpSpPr>
          <p:cNvPr id="46" name="Google Shape;46;p6"/>
          <p:cNvGrpSpPr/>
          <p:nvPr/>
        </p:nvGrpSpPr>
        <p:grpSpPr>
          <a:xfrm>
            <a:off x="1328810" y="1906009"/>
            <a:ext cx="1193264" cy="73322"/>
            <a:chOff x="4580561" y="2589004"/>
            <a:chExt cx="1064464" cy="25200"/>
          </a:xfrm>
        </p:grpSpPr>
        <p:sp>
          <p:nvSpPr>
            <p:cNvPr id="47" name="Google Shape;47;p6"/>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48" name="Google Shape;48;p6"/>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1167120" y="2109840"/>
            <a:ext cx="12301500" cy="856200"/>
          </a:xfrm>
          <a:prstGeom prst="rect">
            <a:avLst/>
          </a:prstGeom>
        </p:spPr>
        <p:txBody>
          <a:bodyPr anchorCtr="0" anchor="t" bIns="146275" lIns="146275" spcFirstLastPara="1" rIns="146275" wrap="square" tIns="14627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50" name="Google Shape;50;p6"/>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nvGrpSpPr>
          <p:cNvPr id="53" name="Google Shape;53;p7"/>
          <p:cNvGrpSpPr/>
          <p:nvPr/>
        </p:nvGrpSpPr>
        <p:grpSpPr>
          <a:xfrm>
            <a:off x="1328810" y="1906009"/>
            <a:ext cx="1193264" cy="73322"/>
            <a:chOff x="4580561" y="2589004"/>
            <a:chExt cx="1064464" cy="25200"/>
          </a:xfrm>
        </p:grpSpPr>
        <p:sp>
          <p:nvSpPr>
            <p:cNvPr id="54" name="Google Shape;54;p7"/>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55" name="Google Shape;55;p7"/>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56" name="Google Shape;56;p7"/>
          <p:cNvSpPr txBox="1"/>
          <p:nvPr>
            <p:ph type="title"/>
          </p:nvPr>
        </p:nvSpPr>
        <p:spPr>
          <a:xfrm>
            <a:off x="1168000" y="2109840"/>
            <a:ext cx="5281500" cy="2210400"/>
          </a:xfrm>
          <a:prstGeom prst="rect">
            <a:avLst/>
          </a:prstGeom>
        </p:spPr>
        <p:txBody>
          <a:bodyPr anchorCtr="0" anchor="t" bIns="146275" lIns="146275" spcFirstLastPara="1" rIns="146275" wrap="square" tIns="14627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57" name="Google Shape;57;p7"/>
          <p:cNvSpPr txBox="1"/>
          <p:nvPr>
            <p:ph idx="1" type="body"/>
          </p:nvPr>
        </p:nvSpPr>
        <p:spPr>
          <a:xfrm>
            <a:off x="1153960" y="4450760"/>
            <a:ext cx="5281500" cy="2556000"/>
          </a:xfrm>
          <a:prstGeom prst="rect">
            <a:avLst/>
          </a:prstGeom>
        </p:spPr>
        <p:txBody>
          <a:bodyPr anchorCtr="0" anchor="t" bIns="146275" lIns="146275" spcFirstLastPara="1" rIns="146275" wrap="square" tIns="146275">
            <a:normAutofit/>
          </a:bodyPr>
          <a:lstStyle>
            <a:lvl1pPr indent="-361950" lvl="0" marL="457200">
              <a:spcBef>
                <a:spcPts val="0"/>
              </a:spcBef>
              <a:spcAft>
                <a:spcPts val="0"/>
              </a:spcAft>
              <a:buSzPts val="21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58" name="Google Shape;58;p7"/>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p8"/>
          <p:cNvGrpSpPr/>
          <p:nvPr/>
        </p:nvGrpSpPr>
        <p:grpSpPr>
          <a:xfrm>
            <a:off x="1328810" y="6670608"/>
            <a:ext cx="1193264" cy="73322"/>
            <a:chOff x="4580561" y="2589004"/>
            <a:chExt cx="1064464" cy="25200"/>
          </a:xfrm>
        </p:grpSpPr>
        <p:sp>
          <p:nvSpPr>
            <p:cNvPr id="61" name="Google Shape;61;p8"/>
            <p:cNvSpPr/>
            <p:nvPr/>
          </p:nvSpPr>
          <p:spPr>
            <a:xfrm rot="-5400000">
              <a:off x="5366325" y="2335504"/>
              <a:ext cx="25200" cy="5322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1167120" y="1382880"/>
            <a:ext cx="11233800" cy="4776000"/>
          </a:xfrm>
          <a:prstGeom prst="rect">
            <a:avLst/>
          </a:prstGeom>
        </p:spPr>
        <p:txBody>
          <a:bodyPr anchorCtr="0" anchor="ctr" bIns="146275" lIns="146275" spcFirstLastPara="1" rIns="146275" wrap="square" tIns="146275">
            <a:normAutofit/>
          </a:bodyPr>
          <a:lstStyle>
            <a:lvl1pPr lvl="0">
              <a:spcBef>
                <a:spcPts val="0"/>
              </a:spcBef>
              <a:spcAft>
                <a:spcPts val="0"/>
              </a:spcAft>
              <a:buClr>
                <a:schemeClr val="lt1"/>
              </a:buClr>
              <a:buSzPts val="5800"/>
              <a:buNone/>
              <a:defRPr sz="5800">
                <a:solidFill>
                  <a:schemeClr val="lt1"/>
                </a:solidFill>
              </a:defRPr>
            </a:lvl1pPr>
            <a:lvl2pPr lvl="1">
              <a:spcBef>
                <a:spcPts val="0"/>
              </a:spcBef>
              <a:spcAft>
                <a:spcPts val="0"/>
              </a:spcAft>
              <a:buClr>
                <a:schemeClr val="lt1"/>
              </a:buClr>
              <a:buSzPts val="5800"/>
              <a:buNone/>
              <a:defRPr sz="5800">
                <a:solidFill>
                  <a:schemeClr val="lt1"/>
                </a:solidFill>
              </a:defRPr>
            </a:lvl2pPr>
            <a:lvl3pPr lvl="2">
              <a:spcBef>
                <a:spcPts val="0"/>
              </a:spcBef>
              <a:spcAft>
                <a:spcPts val="0"/>
              </a:spcAft>
              <a:buClr>
                <a:schemeClr val="lt1"/>
              </a:buClr>
              <a:buSzPts val="5800"/>
              <a:buNone/>
              <a:defRPr sz="5800">
                <a:solidFill>
                  <a:schemeClr val="lt1"/>
                </a:solidFill>
              </a:defRPr>
            </a:lvl3pPr>
            <a:lvl4pPr lvl="3">
              <a:spcBef>
                <a:spcPts val="0"/>
              </a:spcBef>
              <a:spcAft>
                <a:spcPts val="0"/>
              </a:spcAft>
              <a:buClr>
                <a:schemeClr val="lt1"/>
              </a:buClr>
              <a:buSzPts val="5800"/>
              <a:buNone/>
              <a:defRPr sz="5800">
                <a:solidFill>
                  <a:schemeClr val="lt1"/>
                </a:solidFill>
              </a:defRPr>
            </a:lvl4pPr>
            <a:lvl5pPr lvl="4">
              <a:spcBef>
                <a:spcPts val="0"/>
              </a:spcBef>
              <a:spcAft>
                <a:spcPts val="0"/>
              </a:spcAft>
              <a:buClr>
                <a:schemeClr val="lt1"/>
              </a:buClr>
              <a:buSzPts val="5800"/>
              <a:buNone/>
              <a:defRPr sz="5800">
                <a:solidFill>
                  <a:schemeClr val="lt1"/>
                </a:solidFill>
              </a:defRPr>
            </a:lvl5pPr>
            <a:lvl6pPr lvl="5">
              <a:spcBef>
                <a:spcPts val="0"/>
              </a:spcBef>
              <a:spcAft>
                <a:spcPts val="0"/>
              </a:spcAft>
              <a:buClr>
                <a:schemeClr val="lt1"/>
              </a:buClr>
              <a:buSzPts val="5800"/>
              <a:buNone/>
              <a:defRPr sz="5800">
                <a:solidFill>
                  <a:schemeClr val="lt1"/>
                </a:solidFill>
              </a:defRPr>
            </a:lvl6pPr>
            <a:lvl7pPr lvl="6">
              <a:spcBef>
                <a:spcPts val="0"/>
              </a:spcBef>
              <a:spcAft>
                <a:spcPts val="0"/>
              </a:spcAft>
              <a:buClr>
                <a:schemeClr val="lt1"/>
              </a:buClr>
              <a:buSzPts val="5800"/>
              <a:buNone/>
              <a:defRPr sz="5800">
                <a:solidFill>
                  <a:schemeClr val="lt1"/>
                </a:solidFill>
              </a:defRPr>
            </a:lvl7pPr>
            <a:lvl8pPr lvl="7">
              <a:spcBef>
                <a:spcPts val="0"/>
              </a:spcBef>
              <a:spcAft>
                <a:spcPts val="0"/>
              </a:spcAft>
              <a:buClr>
                <a:schemeClr val="lt1"/>
              </a:buClr>
              <a:buSzPts val="5800"/>
              <a:buNone/>
              <a:defRPr sz="5800">
                <a:solidFill>
                  <a:schemeClr val="lt1"/>
                </a:solidFill>
              </a:defRPr>
            </a:lvl8pPr>
            <a:lvl9pPr lvl="8">
              <a:spcBef>
                <a:spcPts val="0"/>
              </a:spcBef>
              <a:spcAft>
                <a:spcPts val="0"/>
              </a:spcAft>
              <a:buClr>
                <a:schemeClr val="lt1"/>
              </a:buClr>
              <a:buSzPts val="5800"/>
              <a:buNone/>
              <a:defRPr sz="5800">
                <a:solidFill>
                  <a:schemeClr val="lt1"/>
                </a:solidFill>
              </a:defRPr>
            </a:lvl9pPr>
          </a:lstStyle>
          <a:p/>
        </p:txBody>
      </p:sp>
      <p:sp>
        <p:nvSpPr>
          <p:cNvPr id="64" name="Google Shape;64;p8"/>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9"/>
          <p:cNvSpPr/>
          <p:nvPr/>
        </p:nvSpPr>
        <p:spPr>
          <a:xfrm>
            <a:off x="0" y="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nvGrpSpPr>
          <p:cNvPr id="67" name="Google Shape;67;p9"/>
          <p:cNvGrpSpPr/>
          <p:nvPr/>
        </p:nvGrpSpPr>
        <p:grpSpPr>
          <a:xfrm>
            <a:off x="1328810" y="1906009"/>
            <a:ext cx="1193264" cy="73322"/>
            <a:chOff x="4580561" y="2589004"/>
            <a:chExt cx="1064464" cy="25200"/>
          </a:xfrm>
        </p:grpSpPr>
        <p:sp>
          <p:nvSpPr>
            <p:cNvPr id="68" name="Google Shape;68;p9"/>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69" name="Google Shape;69;p9"/>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70" name="Google Shape;70;p9"/>
          <p:cNvSpPr txBox="1"/>
          <p:nvPr>
            <p:ph type="title"/>
          </p:nvPr>
        </p:nvSpPr>
        <p:spPr>
          <a:xfrm>
            <a:off x="1168000" y="2109840"/>
            <a:ext cx="5281500" cy="2699400"/>
          </a:xfrm>
          <a:prstGeom prst="rect">
            <a:avLst/>
          </a:prstGeom>
        </p:spPr>
        <p:txBody>
          <a:bodyPr anchorCtr="0" anchor="t" bIns="146275" lIns="146275" spcFirstLastPara="1" rIns="146275" wrap="square" tIns="14627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71" name="Google Shape;71;p9"/>
          <p:cNvSpPr txBox="1"/>
          <p:nvPr>
            <p:ph idx="1" type="subTitle"/>
          </p:nvPr>
        </p:nvSpPr>
        <p:spPr>
          <a:xfrm>
            <a:off x="1159920" y="5058440"/>
            <a:ext cx="5281500" cy="1214400"/>
          </a:xfrm>
          <a:prstGeom prst="rect">
            <a:avLst/>
          </a:prstGeom>
        </p:spPr>
        <p:txBody>
          <a:bodyPr anchorCtr="0" anchor="t" bIns="146275" lIns="146275" spcFirstLastPara="1" rIns="146275" wrap="square" tIns="146275">
            <a:normAutofit/>
          </a:bodyPr>
          <a:lstStyle>
            <a:lvl1pPr lvl="0">
              <a:lnSpc>
                <a:spcPct val="100000"/>
              </a:lnSpc>
              <a:spcBef>
                <a:spcPts val="0"/>
              </a:spcBef>
              <a:spcAft>
                <a:spcPts val="0"/>
              </a:spcAft>
              <a:buSzPts val="2600"/>
              <a:buNone/>
              <a:defRPr sz="2600"/>
            </a:lvl1pPr>
            <a:lvl2pPr lvl="1">
              <a:lnSpc>
                <a:spcPct val="100000"/>
              </a:lnSpc>
              <a:spcBef>
                <a:spcPts val="0"/>
              </a:spcBef>
              <a:spcAft>
                <a:spcPts val="0"/>
              </a:spcAft>
              <a:buSzPts val="2600"/>
              <a:buNone/>
              <a:defRPr sz="2600"/>
            </a:lvl2pPr>
            <a:lvl3pPr lvl="2">
              <a:lnSpc>
                <a:spcPct val="100000"/>
              </a:lnSpc>
              <a:spcBef>
                <a:spcPts val="0"/>
              </a:spcBef>
              <a:spcAft>
                <a:spcPts val="0"/>
              </a:spcAft>
              <a:buSzPts val="2600"/>
              <a:buNone/>
              <a:defRPr sz="2600"/>
            </a:lvl3pPr>
            <a:lvl4pPr lvl="3">
              <a:lnSpc>
                <a:spcPct val="100000"/>
              </a:lnSpc>
              <a:spcBef>
                <a:spcPts val="0"/>
              </a:spcBef>
              <a:spcAft>
                <a:spcPts val="0"/>
              </a:spcAft>
              <a:buSzPts val="2600"/>
              <a:buNone/>
              <a:defRPr sz="2600"/>
            </a:lvl4pPr>
            <a:lvl5pPr lvl="4">
              <a:lnSpc>
                <a:spcPct val="100000"/>
              </a:lnSpc>
              <a:spcBef>
                <a:spcPts val="0"/>
              </a:spcBef>
              <a:spcAft>
                <a:spcPts val="0"/>
              </a:spcAft>
              <a:buSzPts val="2600"/>
              <a:buNone/>
              <a:defRPr sz="2600"/>
            </a:lvl5pPr>
            <a:lvl6pPr lvl="5">
              <a:lnSpc>
                <a:spcPct val="100000"/>
              </a:lnSpc>
              <a:spcBef>
                <a:spcPts val="0"/>
              </a:spcBef>
              <a:spcAft>
                <a:spcPts val="0"/>
              </a:spcAft>
              <a:buSzPts val="2600"/>
              <a:buNone/>
              <a:defRPr sz="2600"/>
            </a:lvl6pPr>
            <a:lvl7pPr lvl="6">
              <a:lnSpc>
                <a:spcPct val="100000"/>
              </a:lnSpc>
              <a:spcBef>
                <a:spcPts val="0"/>
              </a:spcBef>
              <a:spcAft>
                <a:spcPts val="0"/>
              </a:spcAft>
              <a:buSzPts val="2600"/>
              <a:buNone/>
              <a:defRPr sz="2600"/>
            </a:lvl7pPr>
            <a:lvl8pPr lvl="7">
              <a:lnSpc>
                <a:spcPct val="100000"/>
              </a:lnSpc>
              <a:spcBef>
                <a:spcPts val="0"/>
              </a:spcBef>
              <a:spcAft>
                <a:spcPts val="0"/>
              </a:spcAft>
              <a:buSzPts val="2600"/>
              <a:buNone/>
              <a:defRPr sz="2600"/>
            </a:lvl8pPr>
            <a:lvl9pPr lvl="8">
              <a:lnSpc>
                <a:spcPct val="100000"/>
              </a:lnSpc>
              <a:spcBef>
                <a:spcPts val="0"/>
              </a:spcBef>
              <a:spcAft>
                <a:spcPts val="0"/>
              </a:spcAft>
              <a:buSzPts val="2600"/>
              <a:buNone/>
              <a:defRPr sz="2600"/>
            </a:lvl9pPr>
          </a:lstStyle>
          <a:p/>
        </p:txBody>
      </p:sp>
      <p:sp>
        <p:nvSpPr>
          <p:cNvPr id="72" name="Google Shape;72;p9"/>
          <p:cNvSpPr txBox="1"/>
          <p:nvPr>
            <p:ph idx="2" type="body"/>
          </p:nvPr>
        </p:nvSpPr>
        <p:spPr>
          <a:xfrm>
            <a:off x="8278760" y="2164200"/>
            <a:ext cx="5399100" cy="4840800"/>
          </a:xfrm>
          <a:prstGeom prst="rect">
            <a:avLst/>
          </a:prstGeom>
        </p:spPr>
        <p:txBody>
          <a:bodyPr anchorCtr="0" anchor="t" bIns="146275" lIns="146275" spcFirstLastPara="1" rIns="146275" wrap="square" tIns="146275">
            <a:normAutofit/>
          </a:bodyPr>
          <a:lstStyle>
            <a:lvl1pPr indent="-361950" lvl="0" marL="457200">
              <a:spcBef>
                <a:spcPts val="0"/>
              </a:spcBef>
              <a:spcAft>
                <a:spcPts val="0"/>
              </a:spcAft>
              <a:buSzPts val="21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73" name="Google Shape;73;p9"/>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idx="1" type="body"/>
          </p:nvPr>
        </p:nvSpPr>
        <p:spPr>
          <a:xfrm>
            <a:off x="1159920" y="6996082"/>
            <a:ext cx="12315900" cy="736800"/>
          </a:xfrm>
          <a:prstGeom prst="rect">
            <a:avLst/>
          </a:prstGeom>
        </p:spPr>
        <p:txBody>
          <a:bodyPr anchorCtr="0" anchor="ctr" bIns="146275" lIns="146275" spcFirstLastPara="1" rIns="146275" wrap="square" tIns="146275">
            <a:normAutofit/>
          </a:bodyPr>
          <a:lstStyle>
            <a:lvl1pPr indent="-228600" lvl="0" marL="457200">
              <a:lnSpc>
                <a:spcPct val="100000"/>
              </a:lnSpc>
              <a:spcBef>
                <a:spcPts val="0"/>
              </a:spcBef>
              <a:spcAft>
                <a:spcPts val="0"/>
              </a:spcAft>
              <a:buSzPts val="2100"/>
              <a:buNone/>
              <a:defRPr/>
            </a:lvl1pPr>
          </a:lstStyle>
          <a:p/>
        </p:txBody>
      </p:sp>
      <p:sp>
        <p:nvSpPr>
          <p:cNvPr id="76" name="Google Shape;76;p10"/>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p11"/>
          <p:cNvGrpSpPr/>
          <p:nvPr/>
        </p:nvGrpSpPr>
        <p:grpSpPr>
          <a:xfrm>
            <a:off x="1328810" y="6670608"/>
            <a:ext cx="1193264" cy="73322"/>
            <a:chOff x="4580561" y="2589004"/>
            <a:chExt cx="1064464" cy="25200"/>
          </a:xfrm>
        </p:grpSpPr>
        <p:sp>
          <p:nvSpPr>
            <p:cNvPr id="79" name="Google Shape;79;p11"/>
            <p:cNvSpPr/>
            <p:nvPr/>
          </p:nvSpPr>
          <p:spPr>
            <a:xfrm rot="-5400000">
              <a:off x="5366325" y="2335504"/>
              <a:ext cx="25200" cy="5322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80" name="Google Shape;80;p11"/>
            <p:cNvSpPr/>
            <p:nvPr/>
          </p:nvSpPr>
          <p:spPr>
            <a:xfrm rot="-5400000">
              <a:off x="4836311" y="2333254"/>
              <a:ext cx="25200" cy="536700"/>
            </a:xfrm>
            <a:prstGeom prst="rect">
              <a:avLst/>
            </a:prstGeom>
            <a:solidFill>
              <a:schemeClr val="l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81" name="Google Shape;81;p11"/>
          <p:cNvSpPr txBox="1"/>
          <p:nvPr>
            <p:ph hasCustomPrompt="1" type="title"/>
          </p:nvPr>
        </p:nvSpPr>
        <p:spPr>
          <a:xfrm>
            <a:off x="1167120" y="1174320"/>
            <a:ext cx="12301500" cy="1991400"/>
          </a:xfrm>
          <a:prstGeom prst="rect">
            <a:avLst/>
          </a:prstGeom>
        </p:spPr>
        <p:txBody>
          <a:bodyPr anchorCtr="0" anchor="t" bIns="146275" lIns="146275" spcFirstLastPara="1" rIns="146275" wrap="square" tIns="146275">
            <a:normAutofit/>
          </a:bodyPr>
          <a:lstStyle>
            <a:lvl1pPr lvl="0">
              <a:spcBef>
                <a:spcPts val="0"/>
              </a:spcBef>
              <a:spcAft>
                <a:spcPts val="0"/>
              </a:spcAft>
              <a:buClr>
                <a:schemeClr val="lt1"/>
              </a:buClr>
              <a:buSzPts val="12800"/>
              <a:buNone/>
              <a:defRPr sz="12800">
                <a:solidFill>
                  <a:schemeClr val="lt1"/>
                </a:solidFill>
              </a:defRPr>
            </a:lvl1pPr>
            <a:lvl2pPr lvl="1">
              <a:spcBef>
                <a:spcPts val="0"/>
              </a:spcBef>
              <a:spcAft>
                <a:spcPts val="0"/>
              </a:spcAft>
              <a:buClr>
                <a:schemeClr val="lt1"/>
              </a:buClr>
              <a:buSzPts val="12800"/>
              <a:buNone/>
              <a:defRPr sz="12800">
                <a:solidFill>
                  <a:schemeClr val="lt1"/>
                </a:solidFill>
              </a:defRPr>
            </a:lvl2pPr>
            <a:lvl3pPr lvl="2">
              <a:spcBef>
                <a:spcPts val="0"/>
              </a:spcBef>
              <a:spcAft>
                <a:spcPts val="0"/>
              </a:spcAft>
              <a:buClr>
                <a:schemeClr val="lt1"/>
              </a:buClr>
              <a:buSzPts val="12800"/>
              <a:buNone/>
              <a:defRPr sz="12800">
                <a:solidFill>
                  <a:schemeClr val="lt1"/>
                </a:solidFill>
              </a:defRPr>
            </a:lvl3pPr>
            <a:lvl4pPr lvl="3">
              <a:spcBef>
                <a:spcPts val="0"/>
              </a:spcBef>
              <a:spcAft>
                <a:spcPts val="0"/>
              </a:spcAft>
              <a:buClr>
                <a:schemeClr val="lt1"/>
              </a:buClr>
              <a:buSzPts val="12800"/>
              <a:buNone/>
              <a:defRPr sz="12800">
                <a:solidFill>
                  <a:schemeClr val="lt1"/>
                </a:solidFill>
              </a:defRPr>
            </a:lvl4pPr>
            <a:lvl5pPr lvl="4">
              <a:spcBef>
                <a:spcPts val="0"/>
              </a:spcBef>
              <a:spcAft>
                <a:spcPts val="0"/>
              </a:spcAft>
              <a:buClr>
                <a:schemeClr val="lt1"/>
              </a:buClr>
              <a:buSzPts val="12800"/>
              <a:buNone/>
              <a:defRPr sz="12800">
                <a:solidFill>
                  <a:schemeClr val="lt1"/>
                </a:solidFill>
              </a:defRPr>
            </a:lvl5pPr>
            <a:lvl6pPr lvl="5">
              <a:spcBef>
                <a:spcPts val="0"/>
              </a:spcBef>
              <a:spcAft>
                <a:spcPts val="0"/>
              </a:spcAft>
              <a:buClr>
                <a:schemeClr val="lt1"/>
              </a:buClr>
              <a:buSzPts val="12800"/>
              <a:buNone/>
              <a:defRPr sz="12800">
                <a:solidFill>
                  <a:schemeClr val="lt1"/>
                </a:solidFill>
              </a:defRPr>
            </a:lvl6pPr>
            <a:lvl7pPr lvl="6">
              <a:spcBef>
                <a:spcPts val="0"/>
              </a:spcBef>
              <a:spcAft>
                <a:spcPts val="0"/>
              </a:spcAft>
              <a:buClr>
                <a:schemeClr val="lt1"/>
              </a:buClr>
              <a:buSzPts val="12800"/>
              <a:buNone/>
              <a:defRPr sz="12800">
                <a:solidFill>
                  <a:schemeClr val="lt1"/>
                </a:solidFill>
              </a:defRPr>
            </a:lvl7pPr>
            <a:lvl8pPr lvl="7">
              <a:spcBef>
                <a:spcPts val="0"/>
              </a:spcBef>
              <a:spcAft>
                <a:spcPts val="0"/>
              </a:spcAft>
              <a:buClr>
                <a:schemeClr val="lt1"/>
              </a:buClr>
              <a:buSzPts val="12800"/>
              <a:buNone/>
              <a:defRPr sz="12800">
                <a:solidFill>
                  <a:schemeClr val="lt1"/>
                </a:solidFill>
              </a:defRPr>
            </a:lvl8pPr>
            <a:lvl9pPr lvl="8">
              <a:spcBef>
                <a:spcPts val="0"/>
              </a:spcBef>
              <a:spcAft>
                <a:spcPts val="0"/>
              </a:spcAft>
              <a:buClr>
                <a:schemeClr val="lt1"/>
              </a:buClr>
              <a:buSzPts val="12800"/>
              <a:buNone/>
              <a:defRPr sz="12800">
                <a:solidFill>
                  <a:schemeClr val="lt1"/>
                </a:solidFill>
              </a:defRPr>
            </a:lvl9pPr>
          </a:lstStyle>
          <a:p>
            <a:r>
              <a:t>xx%</a:t>
            </a:r>
          </a:p>
        </p:txBody>
      </p:sp>
      <p:sp>
        <p:nvSpPr>
          <p:cNvPr id="82" name="Google Shape;82;p11"/>
          <p:cNvSpPr txBox="1"/>
          <p:nvPr>
            <p:ph idx="1" type="body"/>
          </p:nvPr>
        </p:nvSpPr>
        <p:spPr>
          <a:xfrm>
            <a:off x="1167120" y="3636621"/>
            <a:ext cx="12301500" cy="2528700"/>
          </a:xfrm>
          <a:prstGeom prst="rect">
            <a:avLst/>
          </a:prstGeom>
        </p:spPr>
        <p:txBody>
          <a:bodyPr anchorCtr="0" anchor="t" bIns="146275" lIns="146275" spcFirstLastPara="1" rIns="146275" wrap="square" tIns="146275">
            <a:normAutofit/>
          </a:bodyPr>
          <a:lstStyle>
            <a:lvl1pPr indent="-361950" lvl="0" marL="457200">
              <a:spcBef>
                <a:spcPts val="0"/>
              </a:spcBef>
              <a:spcAft>
                <a:spcPts val="0"/>
              </a:spcAft>
              <a:buClr>
                <a:schemeClr val="lt1"/>
              </a:buClr>
              <a:buSzPts val="2100"/>
              <a:buChar char="●"/>
              <a:defRPr>
                <a:solidFill>
                  <a:schemeClr val="lt1"/>
                </a:solidFill>
              </a:defRPr>
            </a:lvl1pPr>
            <a:lvl2pPr indent="-342900" lvl="1" marL="914400">
              <a:spcBef>
                <a:spcPts val="0"/>
              </a:spcBef>
              <a:spcAft>
                <a:spcPts val="0"/>
              </a:spcAft>
              <a:buClr>
                <a:schemeClr val="lt1"/>
              </a:buClr>
              <a:buSzPts val="1800"/>
              <a:buChar char="○"/>
              <a:defRPr>
                <a:solidFill>
                  <a:schemeClr val="lt1"/>
                </a:solidFill>
              </a:defRPr>
            </a:lvl2pPr>
            <a:lvl3pPr indent="-342900" lvl="2" marL="1371600">
              <a:spcBef>
                <a:spcPts val="0"/>
              </a:spcBef>
              <a:spcAft>
                <a:spcPts val="0"/>
              </a:spcAft>
              <a:buClr>
                <a:schemeClr val="lt1"/>
              </a:buClr>
              <a:buSzPts val="1800"/>
              <a:buChar char="■"/>
              <a:defRPr>
                <a:solidFill>
                  <a:schemeClr val="lt1"/>
                </a:solidFill>
              </a:defRPr>
            </a:lvl3pPr>
            <a:lvl4pPr indent="-342900" lvl="3" marL="1828800">
              <a:spcBef>
                <a:spcPts val="0"/>
              </a:spcBef>
              <a:spcAft>
                <a:spcPts val="0"/>
              </a:spcAft>
              <a:buClr>
                <a:schemeClr val="lt1"/>
              </a:buClr>
              <a:buSzPts val="1800"/>
              <a:buChar char="●"/>
              <a:defRPr>
                <a:solidFill>
                  <a:schemeClr val="lt1"/>
                </a:solidFill>
              </a:defRPr>
            </a:lvl4pPr>
            <a:lvl5pPr indent="-342900" lvl="4" marL="2286000">
              <a:spcBef>
                <a:spcPts val="0"/>
              </a:spcBef>
              <a:spcAft>
                <a:spcPts val="0"/>
              </a:spcAft>
              <a:buClr>
                <a:schemeClr val="lt1"/>
              </a:buClr>
              <a:buSzPts val="1800"/>
              <a:buChar char="○"/>
              <a:defRPr>
                <a:solidFill>
                  <a:schemeClr val="lt1"/>
                </a:solidFill>
              </a:defRPr>
            </a:lvl5pPr>
            <a:lvl6pPr indent="-342900" lvl="5" marL="2743200">
              <a:spcBef>
                <a:spcPts val="0"/>
              </a:spcBef>
              <a:spcAft>
                <a:spcPts val="0"/>
              </a:spcAft>
              <a:buClr>
                <a:schemeClr val="lt1"/>
              </a:buClr>
              <a:buSzPts val="1800"/>
              <a:buChar char="■"/>
              <a:defRPr>
                <a:solidFill>
                  <a:schemeClr val="lt1"/>
                </a:solidFill>
              </a:defRPr>
            </a:lvl6pPr>
            <a:lvl7pPr indent="-342900" lvl="6" marL="3200400">
              <a:spcBef>
                <a:spcPts val="0"/>
              </a:spcBef>
              <a:spcAft>
                <a:spcPts val="0"/>
              </a:spcAft>
              <a:buClr>
                <a:schemeClr val="lt1"/>
              </a:buClr>
              <a:buSzPts val="1800"/>
              <a:buChar char="●"/>
              <a:defRPr>
                <a:solidFill>
                  <a:schemeClr val="lt1"/>
                </a:solidFill>
              </a:defRPr>
            </a:lvl7pPr>
            <a:lvl8pPr indent="-342900" lvl="7" marL="3657600">
              <a:spcBef>
                <a:spcPts val="0"/>
              </a:spcBef>
              <a:spcAft>
                <a:spcPts val="0"/>
              </a:spcAft>
              <a:buClr>
                <a:schemeClr val="lt1"/>
              </a:buClr>
              <a:buSzPts val="1800"/>
              <a:buChar char="○"/>
              <a:defRPr>
                <a:solidFill>
                  <a:schemeClr val="lt1"/>
                </a:solidFill>
              </a:defRPr>
            </a:lvl8pPr>
            <a:lvl9pPr indent="-342900" lvl="8" marL="4114800">
              <a:spcBef>
                <a:spcPts val="0"/>
              </a:spcBef>
              <a:spcAft>
                <a:spcPts val="0"/>
              </a:spcAft>
              <a:buClr>
                <a:schemeClr val="lt1"/>
              </a:buClr>
              <a:buSzPts val="1800"/>
              <a:buChar char="■"/>
              <a:defRPr>
                <a:solidFill>
                  <a:schemeClr val="lt1"/>
                </a:solidFill>
              </a:defRPr>
            </a:lvl9pPr>
          </a:lstStyle>
          <a:p/>
        </p:txBody>
      </p:sp>
      <p:sp>
        <p:nvSpPr>
          <p:cNvPr id="83" name="Google Shape;83;p11"/>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12"/>
          <p:cNvSpPr txBox="1"/>
          <p:nvPr>
            <p:ph idx="12" type="sldNum"/>
          </p:nvPr>
        </p:nvSpPr>
        <p:spPr>
          <a:xfrm>
            <a:off x="13658084" y="7599761"/>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86" name="Shape 86"/>
        <p:cNvGrpSpPr/>
        <p:nvPr/>
      </p:nvGrpSpPr>
      <p:grpSpPr>
        <a:xfrm>
          <a:off x="0" y="0"/>
          <a:ext cx="0" cy="0"/>
          <a:chOff x="0" y="0"/>
          <a:chExt cx="0" cy="0"/>
        </a:xfrm>
      </p:grpSpPr>
      <p:pic>
        <p:nvPicPr>
          <p:cNvPr descr="preencoded.png" id="87" name="Google Shape;87;p13"/>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88" name="Google Shape;88;p13"/>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13">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90" name="Shape 90"/>
        <p:cNvGrpSpPr/>
        <p:nvPr/>
      </p:nvGrpSpPr>
      <p:grpSpPr>
        <a:xfrm>
          <a:off x="0" y="0"/>
          <a:ext cx="0" cy="0"/>
          <a:chOff x="0" y="0"/>
          <a:chExt cx="0" cy="0"/>
        </a:xfrm>
      </p:grpSpPr>
      <p:pic>
        <p:nvPicPr>
          <p:cNvPr descr="preencoded.png" id="91" name="Google Shape;91;p1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92" name="Google Shape;92;p14"/>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1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94" name="Shape 94"/>
        <p:cNvGrpSpPr/>
        <p:nvPr/>
      </p:nvGrpSpPr>
      <p:grpSpPr>
        <a:xfrm>
          <a:off x="0" y="0"/>
          <a:ext cx="0" cy="0"/>
          <a:chOff x="0" y="0"/>
          <a:chExt cx="0" cy="0"/>
        </a:xfrm>
      </p:grpSpPr>
      <p:pic>
        <p:nvPicPr>
          <p:cNvPr descr="preencoded.png" id="95" name="Google Shape;95;p15"/>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96" name="Google Shape;96;p15"/>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15">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98" name="Shape 98"/>
        <p:cNvGrpSpPr/>
        <p:nvPr/>
      </p:nvGrpSpPr>
      <p:grpSpPr>
        <a:xfrm>
          <a:off x="0" y="0"/>
          <a:ext cx="0" cy="0"/>
          <a:chOff x="0" y="0"/>
          <a:chExt cx="0" cy="0"/>
        </a:xfrm>
      </p:grpSpPr>
      <p:pic>
        <p:nvPicPr>
          <p:cNvPr descr="preencoded.png" id="99" name="Google Shape;99;p16"/>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00" name="Google Shape;100;p16"/>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16">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02" name="Shape 102"/>
        <p:cNvGrpSpPr/>
        <p:nvPr/>
      </p:nvGrpSpPr>
      <p:grpSpPr>
        <a:xfrm>
          <a:off x="0" y="0"/>
          <a:ext cx="0" cy="0"/>
          <a:chOff x="0" y="0"/>
          <a:chExt cx="0" cy="0"/>
        </a:xfrm>
      </p:grpSpPr>
      <p:pic>
        <p:nvPicPr>
          <p:cNvPr descr="preencoded.png" id="103" name="Google Shape;103;p17"/>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04" name="Google Shape;104;p17"/>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17">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06" name="Shape 106"/>
        <p:cNvGrpSpPr/>
        <p:nvPr/>
      </p:nvGrpSpPr>
      <p:grpSpPr>
        <a:xfrm>
          <a:off x="0" y="0"/>
          <a:ext cx="0" cy="0"/>
          <a:chOff x="0" y="0"/>
          <a:chExt cx="0" cy="0"/>
        </a:xfrm>
      </p:grpSpPr>
      <p:pic>
        <p:nvPicPr>
          <p:cNvPr descr="preencoded.png" id="107" name="Google Shape;107;p18"/>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08" name="Google Shape;108;p18"/>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 name="Google Shape;109;p18">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10" name="Shape 110"/>
        <p:cNvGrpSpPr/>
        <p:nvPr/>
      </p:nvGrpSpPr>
      <p:grpSpPr>
        <a:xfrm>
          <a:off x="0" y="0"/>
          <a:ext cx="0" cy="0"/>
          <a:chOff x="0" y="0"/>
          <a:chExt cx="0" cy="0"/>
        </a:xfrm>
      </p:grpSpPr>
      <p:pic>
        <p:nvPicPr>
          <p:cNvPr descr="preencoded.png" id="111" name="Google Shape;111;p1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12" name="Google Shape;112;p19"/>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1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14" name="Shape 114"/>
        <p:cNvGrpSpPr/>
        <p:nvPr/>
      </p:nvGrpSpPr>
      <p:grpSpPr>
        <a:xfrm>
          <a:off x="0" y="0"/>
          <a:ext cx="0" cy="0"/>
          <a:chOff x="0" y="0"/>
          <a:chExt cx="0" cy="0"/>
        </a:xfrm>
      </p:grpSpPr>
      <p:pic>
        <p:nvPicPr>
          <p:cNvPr descr="preencoded.png" id="115" name="Google Shape;115;p20"/>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16" name="Google Shape;116;p20"/>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20">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118" name="Shape 118"/>
        <p:cNvGrpSpPr/>
        <p:nvPr/>
      </p:nvGrpSpPr>
      <p:grpSpPr>
        <a:xfrm>
          <a:off x="0" y="0"/>
          <a:ext cx="0" cy="0"/>
          <a:chOff x="0" y="0"/>
          <a:chExt cx="0" cy="0"/>
        </a:xfrm>
      </p:grpSpPr>
      <p:pic>
        <p:nvPicPr>
          <p:cNvPr descr="preencoded.png" id="119" name="Google Shape;119;p21"/>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20" name="Google Shape;120;p21"/>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21">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122" name="Shape 122"/>
        <p:cNvGrpSpPr/>
        <p:nvPr/>
      </p:nvGrpSpPr>
      <p:grpSpPr>
        <a:xfrm>
          <a:off x="0" y="0"/>
          <a:ext cx="0" cy="0"/>
          <a:chOff x="0" y="0"/>
          <a:chExt cx="0" cy="0"/>
        </a:xfrm>
      </p:grpSpPr>
      <p:pic>
        <p:nvPicPr>
          <p:cNvPr descr="preencoded.png" id="123" name="Google Shape;123;p22"/>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24" name="Google Shape;124;p22"/>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22">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126" name="Shape 126"/>
        <p:cNvGrpSpPr/>
        <p:nvPr/>
      </p:nvGrpSpPr>
      <p:grpSpPr>
        <a:xfrm>
          <a:off x="0" y="0"/>
          <a:ext cx="0" cy="0"/>
          <a:chOff x="0" y="0"/>
          <a:chExt cx="0" cy="0"/>
        </a:xfrm>
      </p:grpSpPr>
      <p:pic>
        <p:nvPicPr>
          <p:cNvPr descr="preencoded.png" id="127" name="Google Shape;127;p23"/>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128" name="Google Shape;128;p23"/>
          <p:cNvSpPr/>
          <p:nvPr/>
        </p:nvSpPr>
        <p:spPr>
          <a:xfrm>
            <a:off x="0" y="0"/>
            <a:ext cx="14630400" cy="8229600"/>
          </a:xfrm>
          <a:prstGeom prst="rect">
            <a:avLst/>
          </a:prstGeom>
          <a:solidFill>
            <a:srgbClr val="FFFFFF">
              <a:alpha val="9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23">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1pPr>
            <a:lvl2pPr lvl="1">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2pPr>
            <a:lvl3pPr lvl="2">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3pPr>
            <a:lvl4pPr lvl="3">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4pPr>
            <a:lvl5pPr lvl="4">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5pPr>
            <a:lvl6pPr lvl="5">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6pPr>
            <a:lvl7pPr lvl="6">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7pPr>
            <a:lvl8pPr lvl="7">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8pPr>
            <a:lvl9pPr lvl="8">
              <a:spcBef>
                <a:spcPts val="0"/>
              </a:spcBef>
              <a:spcAft>
                <a:spcPts val="0"/>
              </a:spcAft>
              <a:buClr>
                <a:schemeClr val="dk2"/>
              </a:buClr>
              <a:buSzPts val="4500"/>
              <a:buFont typeface="Raleway"/>
              <a:buNone/>
              <a:defRPr b="1" sz="4500">
                <a:solidFill>
                  <a:schemeClr val="dk2"/>
                </a:solidFill>
                <a:latin typeface="Raleway"/>
                <a:ea typeface="Raleway"/>
                <a:cs typeface="Raleway"/>
                <a:sym typeface="Raleway"/>
              </a:defRPr>
            </a:lvl9pPr>
          </a:lstStyle>
          <a:p/>
        </p:txBody>
      </p:sp>
      <p:sp>
        <p:nvSpPr>
          <p:cNvPr id="11" name="Google Shape;11;p1"/>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a:lnSpc>
                <a:spcPct val="115000"/>
              </a:lnSpc>
              <a:spcBef>
                <a:spcPts val="0"/>
              </a:spcBef>
              <a:spcAft>
                <a:spcPts val="0"/>
              </a:spcAft>
              <a:buClr>
                <a:schemeClr val="accent1"/>
              </a:buClr>
              <a:buSzPts val="2100"/>
              <a:buFont typeface="Lato"/>
              <a:buChar char="●"/>
              <a:defRPr sz="2100">
                <a:solidFill>
                  <a:schemeClr val="accent1"/>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accent1"/>
                </a:solidFill>
                <a:latin typeface="Lato"/>
                <a:ea typeface="Lato"/>
                <a:cs typeface="Lato"/>
                <a:sym typeface="Lato"/>
              </a:defRPr>
            </a:lvl9pPr>
          </a:lstStyle>
          <a:p/>
        </p:txBody>
      </p:sp>
      <p:sp>
        <p:nvSpPr>
          <p:cNvPr id="12" name="Google Shape;12;p1"/>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lvl="0" algn="r">
              <a:buNone/>
              <a:defRPr sz="1600">
                <a:solidFill>
                  <a:schemeClr val="accent1"/>
                </a:solidFill>
                <a:latin typeface="Lato"/>
                <a:ea typeface="Lato"/>
                <a:cs typeface="Lato"/>
                <a:sym typeface="Lato"/>
              </a:defRPr>
            </a:lvl1pPr>
            <a:lvl2pPr lvl="1" algn="r">
              <a:buNone/>
              <a:defRPr sz="1600">
                <a:solidFill>
                  <a:schemeClr val="accent1"/>
                </a:solidFill>
                <a:latin typeface="Lato"/>
                <a:ea typeface="Lato"/>
                <a:cs typeface="Lato"/>
                <a:sym typeface="Lato"/>
              </a:defRPr>
            </a:lvl2pPr>
            <a:lvl3pPr lvl="2" algn="r">
              <a:buNone/>
              <a:defRPr sz="1600">
                <a:solidFill>
                  <a:schemeClr val="accent1"/>
                </a:solidFill>
                <a:latin typeface="Lato"/>
                <a:ea typeface="Lato"/>
                <a:cs typeface="Lato"/>
                <a:sym typeface="Lato"/>
              </a:defRPr>
            </a:lvl3pPr>
            <a:lvl4pPr lvl="3" algn="r">
              <a:buNone/>
              <a:defRPr sz="1600">
                <a:solidFill>
                  <a:schemeClr val="accent1"/>
                </a:solidFill>
                <a:latin typeface="Lato"/>
                <a:ea typeface="Lato"/>
                <a:cs typeface="Lato"/>
                <a:sym typeface="Lato"/>
              </a:defRPr>
            </a:lvl4pPr>
            <a:lvl5pPr lvl="4" algn="r">
              <a:buNone/>
              <a:defRPr sz="1600">
                <a:solidFill>
                  <a:schemeClr val="accent1"/>
                </a:solidFill>
                <a:latin typeface="Lato"/>
                <a:ea typeface="Lato"/>
                <a:cs typeface="Lato"/>
                <a:sym typeface="Lato"/>
              </a:defRPr>
            </a:lvl5pPr>
            <a:lvl6pPr lvl="5" algn="r">
              <a:buNone/>
              <a:defRPr sz="1600">
                <a:solidFill>
                  <a:schemeClr val="accent1"/>
                </a:solidFill>
                <a:latin typeface="Lato"/>
                <a:ea typeface="Lato"/>
                <a:cs typeface="Lato"/>
                <a:sym typeface="Lato"/>
              </a:defRPr>
            </a:lvl6pPr>
            <a:lvl7pPr lvl="6" algn="r">
              <a:buNone/>
              <a:defRPr sz="1600">
                <a:solidFill>
                  <a:schemeClr val="accent1"/>
                </a:solidFill>
                <a:latin typeface="Lato"/>
                <a:ea typeface="Lato"/>
                <a:cs typeface="Lato"/>
                <a:sym typeface="Lato"/>
              </a:defRPr>
            </a:lvl7pPr>
            <a:lvl8pPr lvl="7" algn="r">
              <a:buNone/>
              <a:defRPr sz="1600">
                <a:solidFill>
                  <a:schemeClr val="accent1"/>
                </a:solidFill>
                <a:latin typeface="Lato"/>
                <a:ea typeface="Lato"/>
                <a:cs typeface="Lato"/>
                <a:sym typeface="Lato"/>
              </a:defRPr>
            </a:lvl8pPr>
            <a:lvl9pPr lvl="8" algn="r">
              <a:buNone/>
              <a:defRPr sz="16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p:nvPr/>
        </p:nvSpPr>
        <p:spPr>
          <a:xfrm>
            <a:off x="50" y="-75"/>
            <a:ext cx="14630400" cy="8229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6" name="Google Shape;136;p24"/>
          <p:cNvSpPr/>
          <p:nvPr/>
        </p:nvSpPr>
        <p:spPr>
          <a:xfrm>
            <a:off x="758349" y="2154647"/>
            <a:ext cx="12954900" cy="1407900"/>
          </a:xfrm>
          <a:prstGeom prst="rect">
            <a:avLst/>
          </a:prstGeom>
          <a:solidFill>
            <a:srgbClr val="C9DAF8"/>
          </a:solid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00000"/>
              </a:buClr>
              <a:buSzPts val="4400"/>
              <a:buFont typeface="Source Serif 4"/>
              <a:buNone/>
            </a:pPr>
            <a:r>
              <a:rPr b="0" i="0" lang="en-US" sz="4400" u="none" cap="none" strike="noStrike">
                <a:solidFill>
                  <a:srgbClr val="000000"/>
                </a:solidFill>
                <a:latin typeface="Source Serif 4"/>
                <a:ea typeface="Source Serif 4"/>
                <a:cs typeface="Source Serif 4"/>
                <a:sym typeface="Source Serif 4"/>
              </a:rPr>
              <a:t>TechStore: Le Backoffice Révolutionnaire pour Votre Magasin Tech</a:t>
            </a:r>
            <a:endParaRPr b="0" i="0" sz="4400" u="none" cap="none" strike="noStrike"/>
          </a:p>
        </p:txBody>
      </p:sp>
      <p:sp>
        <p:nvSpPr>
          <p:cNvPr id="137" name="Google Shape;137;p24"/>
          <p:cNvSpPr/>
          <p:nvPr/>
        </p:nvSpPr>
        <p:spPr>
          <a:xfrm>
            <a:off x="2920475" y="4436100"/>
            <a:ext cx="8789400" cy="11490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Découvrez TechStore, une application web innovante conçue pour simplifier la gestion de l'inventaire de votre magasin de produits technologiques. Développé en JavaScript vanilla, TechStore offre une solution complète et intuitive pour les petites boutiques tech.</a:t>
            </a:r>
            <a:endParaRPr b="0" i="0" sz="1850" u="none" cap="none" strike="noStrike"/>
          </a:p>
        </p:txBody>
      </p:sp>
      <p:sp>
        <p:nvSpPr>
          <p:cNvPr id="138" name="Google Shape;138;p24"/>
          <p:cNvSpPr/>
          <p:nvPr/>
        </p:nvSpPr>
        <p:spPr>
          <a:xfrm rot="-2510521">
            <a:off x="12213415" y="6432048"/>
            <a:ext cx="3745470" cy="2748578"/>
          </a:xfrm>
          <a:prstGeom prst="flowChartPunchedTape">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9" name="Google Shape;139;p24"/>
          <p:cNvSpPr/>
          <p:nvPr/>
        </p:nvSpPr>
        <p:spPr>
          <a:xfrm rot="-2510521">
            <a:off x="-1343385" y="-1024202"/>
            <a:ext cx="3745470" cy="2748578"/>
          </a:xfrm>
          <a:prstGeom prst="flowChartPunchedTape">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p:nvPr/>
        </p:nvSpPr>
        <p:spPr>
          <a:xfrm>
            <a:off x="9144000" y="0"/>
            <a:ext cx="5486400" cy="8229600"/>
          </a:xfrm>
          <a:prstGeom prst="rect">
            <a:avLst/>
          </a:prstGeom>
          <a:solidFill>
            <a:srgbClr val="DFD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6" name="Google Shape;146;p2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47" name="Google Shape;147;p25"/>
          <p:cNvSpPr/>
          <p:nvPr/>
        </p:nvSpPr>
        <p:spPr>
          <a:xfrm>
            <a:off x="837724" y="2082165"/>
            <a:ext cx="7468553" cy="1408033"/>
          </a:xfrm>
          <a:prstGeom prst="rect">
            <a:avLst/>
          </a:prstGeom>
          <a:solidFill>
            <a:srgbClr val="A4C2F4"/>
          </a:solid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4400"/>
              <a:buFont typeface="Source Serif 4"/>
              <a:buNone/>
            </a:pPr>
            <a:r>
              <a:rPr b="0" i="0" lang="en-US" sz="4400" u="none" cap="none" strike="noStrike">
                <a:solidFill>
                  <a:srgbClr val="000000"/>
                </a:solidFill>
                <a:latin typeface="Source Serif 4"/>
                <a:ea typeface="Source Serif 4"/>
                <a:cs typeface="Source Serif 4"/>
                <a:sym typeface="Source Serif 4"/>
              </a:rPr>
              <a:t>Vue d'ensemble : Simplifiez Votre Gestion Tech</a:t>
            </a:r>
            <a:endParaRPr b="0" i="0" sz="4400" u="none" cap="none" strike="noStrike"/>
          </a:p>
        </p:txBody>
      </p:sp>
      <p:sp>
        <p:nvSpPr>
          <p:cNvPr id="148" name="Google Shape;148;p25"/>
          <p:cNvSpPr/>
          <p:nvPr/>
        </p:nvSpPr>
        <p:spPr>
          <a:xfrm>
            <a:off x="837724" y="3849172"/>
            <a:ext cx="7468553" cy="229814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TechStore est plus qu'une simple application d'inventaire. C'est une plateforme web complète conçue pour les petits et moyens magasins de technologie, leur permettant de gérer efficacement leurs stocks, suivre les ventes, et optimiser les opérations quotidiennes. Son interface intuitive et ses fonctionnalités robustes transforment la complexité de la gestion en une expérience fluide et agréable.</a:t>
            </a:r>
            <a:endParaRPr b="0" i="0" sz="1850" u="none" cap="none" strike="noStrike"/>
          </a:p>
        </p:txBody>
      </p:sp>
      <p:pic>
        <p:nvPicPr>
          <p:cNvPr id="149" name="Google Shape;149;p25"/>
          <p:cNvPicPr preferRelativeResize="0"/>
          <p:nvPr/>
        </p:nvPicPr>
        <p:blipFill>
          <a:blip r:embed="rId4">
            <a:alphaModFix/>
          </a:blip>
          <a:stretch>
            <a:fillRect/>
          </a:stretch>
        </p:blipFill>
        <p:spPr>
          <a:xfrm>
            <a:off x="9144000" y="0"/>
            <a:ext cx="16879649" cy="8229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p:nvPr/>
        </p:nvSpPr>
        <p:spPr>
          <a:xfrm>
            <a:off x="837724" y="450680"/>
            <a:ext cx="1685700" cy="449700"/>
          </a:xfrm>
          <a:prstGeom prst="roundRect">
            <a:avLst>
              <a:gd fmla="val 17881"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6"/>
          <p:cNvSpPr/>
          <p:nvPr/>
        </p:nvSpPr>
        <p:spPr>
          <a:xfrm>
            <a:off x="981375" y="515775"/>
            <a:ext cx="1398300" cy="306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VUE D'ENSEMBLE</a:t>
            </a:r>
            <a:endParaRPr b="0" i="0" sz="1500" u="none" cap="none" strike="noStrike"/>
          </a:p>
        </p:txBody>
      </p:sp>
      <p:sp>
        <p:nvSpPr>
          <p:cNvPr id="157" name="Google Shape;157;p26"/>
          <p:cNvSpPr/>
          <p:nvPr/>
        </p:nvSpPr>
        <p:spPr>
          <a:xfrm>
            <a:off x="837724" y="1509474"/>
            <a:ext cx="10537150"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Projet TechStore: Gestion d'Inventaire Simplifiée</a:t>
            </a:r>
            <a:endParaRPr b="0" i="0" sz="3500" u="none" cap="none" strike="noStrike"/>
          </a:p>
        </p:txBody>
      </p:sp>
      <p:sp>
        <p:nvSpPr>
          <p:cNvPr id="158" name="Google Shape;158;p26"/>
          <p:cNvSpPr/>
          <p:nvPr/>
        </p:nvSpPr>
        <p:spPr>
          <a:xfrm>
            <a:off x="837724" y="2790706"/>
            <a:ext cx="6357818" cy="1746766"/>
          </a:xfrm>
          <a:prstGeom prst="roundRect">
            <a:avLst>
              <a:gd fmla="val 8376" name="adj"/>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p:nvPr/>
        </p:nvSpPr>
        <p:spPr>
          <a:xfrm>
            <a:off x="837724" y="2760226"/>
            <a:ext cx="6357818" cy="121920"/>
          </a:xfrm>
          <a:prstGeom prst="roundRect">
            <a:avLst>
              <a:gd fmla="val 82464"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6"/>
          <p:cNvSpPr/>
          <p:nvPr/>
        </p:nvSpPr>
        <p:spPr>
          <a:xfrm>
            <a:off x="3657540" y="2431733"/>
            <a:ext cx="718066" cy="718066"/>
          </a:xfrm>
          <a:prstGeom prst="roundRect">
            <a:avLst>
              <a:gd fmla="val 127342"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3872925" y="2611279"/>
            <a:ext cx="287179" cy="35897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250"/>
              <a:buFont typeface="Source Serif 4"/>
              <a:buNone/>
            </a:pPr>
            <a:r>
              <a:rPr b="0" i="0" lang="en-US" sz="2250" u="none" cap="none" strike="noStrike">
                <a:solidFill>
                  <a:srgbClr val="FFFFFF"/>
                </a:solidFill>
                <a:latin typeface="Source Serif 4"/>
                <a:ea typeface="Source Serif 4"/>
                <a:cs typeface="Source Serif 4"/>
                <a:sym typeface="Source Serif 4"/>
              </a:rPr>
              <a:t>1</a:t>
            </a:r>
            <a:endParaRPr b="0" i="0" sz="2250" u="none" cap="none" strike="noStrike"/>
          </a:p>
        </p:txBody>
      </p:sp>
      <p:sp>
        <p:nvSpPr>
          <p:cNvPr id="162" name="Google Shape;162;p26"/>
          <p:cNvSpPr/>
          <p:nvPr/>
        </p:nvSpPr>
        <p:spPr>
          <a:xfrm>
            <a:off x="1107519" y="3102139"/>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Nom du Projet</a:t>
            </a:r>
            <a:endParaRPr b="0" i="0" sz="2200" u="none" cap="none" strike="noStrike"/>
          </a:p>
        </p:txBody>
      </p:sp>
      <p:sp>
        <p:nvSpPr>
          <p:cNvPr id="163" name="Google Shape;163;p26"/>
          <p:cNvSpPr/>
          <p:nvPr/>
        </p:nvSpPr>
        <p:spPr>
          <a:xfrm>
            <a:off x="1107394" y="3508777"/>
            <a:ext cx="58182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TechStore - Backoffice Dashboard</a:t>
            </a:r>
            <a:endParaRPr b="0" i="0" sz="1850" u="none" cap="none" strike="noStrike"/>
          </a:p>
        </p:txBody>
      </p:sp>
      <p:sp>
        <p:nvSpPr>
          <p:cNvPr id="164" name="Google Shape;164;p26"/>
          <p:cNvSpPr/>
          <p:nvPr/>
        </p:nvSpPr>
        <p:spPr>
          <a:xfrm>
            <a:off x="7434858" y="2790706"/>
            <a:ext cx="6357818" cy="1746766"/>
          </a:xfrm>
          <a:prstGeom prst="roundRect">
            <a:avLst>
              <a:gd fmla="val 8376" name="adj"/>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6"/>
          <p:cNvSpPr/>
          <p:nvPr/>
        </p:nvSpPr>
        <p:spPr>
          <a:xfrm>
            <a:off x="7434858" y="2760226"/>
            <a:ext cx="6357818" cy="121920"/>
          </a:xfrm>
          <a:prstGeom prst="roundRect">
            <a:avLst>
              <a:gd fmla="val 82464"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p:nvPr/>
        </p:nvSpPr>
        <p:spPr>
          <a:xfrm>
            <a:off x="10254675" y="2431733"/>
            <a:ext cx="718066" cy="718066"/>
          </a:xfrm>
          <a:prstGeom prst="roundRect">
            <a:avLst>
              <a:gd fmla="val 127342"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6"/>
          <p:cNvSpPr/>
          <p:nvPr/>
        </p:nvSpPr>
        <p:spPr>
          <a:xfrm>
            <a:off x="10470059" y="2611279"/>
            <a:ext cx="287179" cy="35897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250"/>
              <a:buFont typeface="Source Serif 4"/>
              <a:buNone/>
            </a:pPr>
            <a:r>
              <a:rPr b="0" i="0" lang="en-US" sz="2250" u="none" cap="none" strike="noStrike">
                <a:solidFill>
                  <a:srgbClr val="FFFFFF"/>
                </a:solidFill>
                <a:latin typeface="Source Serif 4"/>
                <a:ea typeface="Source Serif 4"/>
                <a:cs typeface="Source Serif 4"/>
                <a:sym typeface="Source Serif 4"/>
              </a:rPr>
              <a:t>2</a:t>
            </a:r>
            <a:endParaRPr b="0" i="0" sz="2250" u="none" cap="none" strike="noStrike"/>
          </a:p>
        </p:txBody>
      </p:sp>
      <p:sp>
        <p:nvSpPr>
          <p:cNvPr id="168" name="Google Shape;168;p26"/>
          <p:cNvSpPr/>
          <p:nvPr/>
        </p:nvSpPr>
        <p:spPr>
          <a:xfrm>
            <a:off x="7704653" y="3102114"/>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Type d'Application</a:t>
            </a:r>
            <a:endParaRPr b="0" i="0" sz="2200" u="none" cap="none" strike="noStrike"/>
          </a:p>
        </p:txBody>
      </p:sp>
      <p:sp>
        <p:nvSpPr>
          <p:cNvPr id="169" name="Google Shape;169;p26"/>
          <p:cNvSpPr/>
          <p:nvPr/>
        </p:nvSpPr>
        <p:spPr>
          <a:xfrm>
            <a:off x="7704653" y="3508777"/>
            <a:ext cx="58182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Single Page Application (SPA) dynamique</a:t>
            </a:r>
            <a:endParaRPr b="0" i="0" sz="1850" u="none" cap="none" strike="noStrike"/>
          </a:p>
        </p:txBody>
      </p:sp>
      <p:sp>
        <p:nvSpPr>
          <p:cNvPr id="170" name="Google Shape;170;p26"/>
          <p:cNvSpPr/>
          <p:nvPr/>
        </p:nvSpPr>
        <p:spPr>
          <a:xfrm>
            <a:off x="837724" y="5135761"/>
            <a:ext cx="6357818" cy="2129790"/>
          </a:xfrm>
          <a:prstGeom prst="roundRect">
            <a:avLst>
              <a:gd fmla="val 6869" name="adj"/>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6"/>
          <p:cNvSpPr/>
          <p:nvPr/>
        </p:nvSpPr>
        <p:spPr>
          <a:xfrm>
            <a:off x="837724" y="5105281"/>
            <a:ext cx="6357818" cy="121920"/>
          </a:xfrm>
          <a:prstGeom prst="roundRect">
            <a:avLst>
              <a:gd fmla="val 82464" name="adj"/>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p:nvPr/>
        </p:nvSpPr>
        <p:spPr>
          <a:xfrm>
            <a:off x="3657540" y="4776788"/>
            <a:ext cx="718066" cy="718066"/>
          </a:xfrm>
          <a:prstGeom prst="roundRect">
            <a:avLst>
              <a:gd fmla="val 127342"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6"/>
          <p:cNvSpPr/>
          <p:nvPr/>
        </p:nvSpPr>
        <p:spPr>
          <a:xfrm>
            <a:off x="3872925" y="4956334"/>
            <a:ext cx="287179" cy="35897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250"/>
              <a:buFont typeface="Source Serif 4"/>
              <a:buNone/>
            </a:pPr>
            <a:r>
              <a:rPr b="0" i="0" lang="en-US" sz="2250" u="none" cap="none" strike="noStrike">
                <a:solidFill>
                  <a:srgbClr val="FFFFFF"/>
                </a:solidFill>
                <a:latin typeface="Source Serif 4"/>
                <a:ea typeface="Source Serif 4"/>
                <a:cs typeface="Source Serif 4"/>
                <a:sym typeface="Source Serif 4"/>
              </a:rPr>
              <a:t>3</a:t>
            </a:r>
            <a:endParaRPr b="0" i="0" sz="2250" u="none" cap="none" strike="noStrike"/>
          </a:p>
        </p:txBody>
      </p:sp>
      <p:sp>
        <p:nvSpPr>
          <p:cNvPr id="174" name="Google Shape;174;p26"/>
          <p:cNvSpPr/>
          <p:nvPr/>
        </p:nvSpPr>
        <p:spPr>
          <a:xfrm>
            <a:off x="1107519" y="5428019"/>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Objectif Principal</a:t>
            </a:r>
            <a:endParaRPr b="0" i="0" sz="2200" u="none" cap="none" strike="noStrike"/>
          </a:p>
        </p:txBody>
      </p:sp>
      <p:sp>
        <p:nvSpPr>
          <p:cNvPr id="175" name="Google Shape;175;p26"/>
          <p:cNvSpPr/>
          <p:nvPr/>
        </p:nvSpPr>
        <p:spPr>
          <a:xfrm>
            <a:off x="1050819" y="5892657"/>
            <a:ext cx="58182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Gestion d'inventaire optimisée pour magasin technologique</a:t>
            </a:r>
            <a:endParaRPr b="0" i="0" sz="1850" u="none" cap="none" strike="noStrike"/>
          </a:p>
        </p:txBody>
      </p:sp>
      <p:sp>
        <p:nvSpPr>
          <p:cNvPr id="176" name="Google Shape;176;p26"/>
          <p:cNvSpPr/>
          <p:nvPr/>
        </p:nvSpPr>
        <p:spPr>
          <a:xfrm>
            <a:off x="7434858" y="5135761"/>
            <a:ext cx="6357818" cy="2129790"/>
          </a:xfrm>
          <a:prstGeom prst="roundRect">
            <a:avLst>
              <a:gd fmla="val 6869" name="adj"/>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6"/>
          <p:cNvSpPr/>
          <p:nvPr/>
        </p:nvSpPr>
        <p:spPr>
          <a:xfrm>
            <a:off x="7434858" y="5105281"/>
            <a:ext cx="6357818" cy="121920"/>
          </a:xfrm>
          <a:prstGeom prst="roundRect">
            <a:avLst>
              <a:gd fmla="val 82464"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6"/>
          <p:cNvSpPr/>
          <p:nvPr/>
        </p:nvSpPr>
        <p:spPr>
          <a:xfrm>
            <a:off x="10254675" y="4776788"/>
            <a:ext cx="718066" cy="718066"/>
          </a:xfrm>
          <a:prstGeom prst="roundRect">
            <a:avLst>
              <a:gd fmla="val 127342" name="adj"/>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p:nvPr/>
        </p:nvSpPr>
        <p:spPr>
          <a:xfrm>
            <a:off x="10470059" y="4956334"/>
            <a:ext cx="287179" cy="35897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250"/>
              <a:buFont typeface="Source Serif 4"/>
              <a:buNone/>
            </a:pPr>
            <a:r>
              <a:rPr b="0" i="0" lang="en-US" sz="2250" u="none" cap="none" strike="noStrike">
                <a:solidFill>
                  <a:srgbClr val="FFFFFF"/>
                </a:solidFill>
                <a:latin typeface="Source Serif 4"/>
                <a:ea typeface="Source Serif 4"/>
                <a:cs typeface="Source Serif 4"/>
                <a:sym typeface="Source Serif 4"/>
              </a:rPr>
              <a:t>4</a:t>
            </a:r>
            <a:endParaRPr b="0" i="0" sz="2250" u="none" cap="none" strike="noStrike"/>
          </a:p>
        </p:txBody>
      </p:sp>
      <p:sp>
        <p:nvSpPr>
          <p:cNvPr id="180" name="Google Shape;180;p26"/>
          <p:cNvSpPr/>
          <p:nvPr/>
        </p:nvSpPr>
        <p:spPr>
          <a:xfrm>
            <a:off x="7653853" y="5427994"/>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Contexte Éducatif</a:t>
            </a:r>
            <a:endParaRPr b="0" i="0" sz="2200" u="none" cap="none" strike="noStrike"/>
          </a:p>
        </p:txBody>
      </p:sp>
      <p:sp>
        <p:nvSpPr>
          <p:cNvPr id="181" name="Google Shape;181;p26"/>
          <p:cNvSpPr/>
          <p:nvPr/>
        </p:nvSpPr>
        <p:spPr>
          <a:xfrm>
            <a:off x="7704541" y="5795007"/>
            <a:ext cx="58182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Projet de fin d'étude - Module Développement Web (Filière 3IIR)</a:t>
            </a:r>
            <a:endParaRPr b="0" i="0" sz="1850" u="none" cap="none" strike="noStrike"/>
          </a:p>
        </p:txBody>
      </p:sp>
      <p:sp>
        <p:nvSpPr>
          <p:cNvPr id="182" name="Google Shape;182;p26"/>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p:nvPr/>
        </p:nvSpPr>
        <p:spPr>
          <a:xfrm>
            <a:off x="837724" y="982266"/>
            <a:ext cx="1529953" cy="449818"/>
          </a:xfrm>
          <a:prstGeom prst="roundRect">
            <a:avLst>
              <a:gd fmla="val 17881" name="adj"/>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981313" y="1054060"/>
            <a:ext cx="1242774" cy="3062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ARCHITECTURE</a:t>
            </a:r>
            <a:endParaRPr b="0" i="0" sz="1500" u="none" cap="none" strike="noStrike"/>
          </a:p>
        </p:txBody>
      </p:sp>
      <p:sp>
        <p:nvSpPr>
          <p:cNvPr id="190" name="Google Shape;190;p27"/>
          <p:cNvSpPr/>
          <p:nvPr/>
        </p:nvSpPr>
        <p:spPr>
          <a:xfrm>
            <a:off x="837724" y="1527810"/>
            <a:ext cx="8593455"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Pile Technologique Robuste et Moderne</a:t>
            </a:r>
            <a:endParaRPr b="0" i="0" sz="3500" u="none" cap="none" strike="noStrike"/>
          </a:p>
        </p:txBody>
      </p:sp>
      <p:pic>
        <p:nvPicPr>
          <p:cNvPr descr="preencoded.png" id="191" name="Google Shape;191;p27"/>
          <p:cNvPicPr preferRelativeResize="0"/>
          <p:nvPr/>
        </p:nvPicPr>
        <p:blipFill rotWithShape="1">
          <a:blip r:embed="rId3">
            <a:alphaModFix/>
          </a:blip>
          <a:srcRect b="0" l="0" r="0" t="0"/>
          <a:stretch/>
        </p:blipFill>
        <p:spPr>
          <a:xfrm>
            <a:off x="837724" y="2450068"/>
            <a:ext cx="598408" cy="598408"/>
          </a:xfrm>
          <a:prstGeom prst="rect">
            <a:avLst/>
          </a:prstGeom>
          <a:noFill/>
          <a:ln>
            <a:noFill/>
          </a:ln>
        </p:spPr>
      </p:pic>
      <p:sp>
        <p:nvSpPr>
          <p:cNvPr id="192" name="Google Shape;192;p27"/>
          <p:cNvSpPr/>
          <p:nvPr/>
        </p:nvSpPr>
        <p:spPr>
          <a:xfrm>
            <a:off x="837724" y="3347680"/>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Frontend Pur</a:t>
            </a:r>
            <a:endParaRPr b="0" i="0" sz="2200" u="none" cap="none" strike="noStrike"/>
          </a:p>
        </p:txBody>
      </p:sp>
      <p:sp>
        <p:nvSpPr>
          <p:cNvPr id="193" name="Google Shape;193;p27"/>
          <p:cNvSpPr/>
          <p:nvPr/>
        </p:nvSpPr>
        <p:spPr>
          <a:xfrm>
            <a:off x="837724" y="3843218"/>
            <a:ext cx="4118848"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HTML5, CSS3, JavaScript Vanilla (ES6+)</a:t>
            </a:r>
            <a:endParaRPr b="0" i="0" sz="1850" u="none" cap="none" strike="noStrike"/>
          </a:p>
        </p:txBody>
      </p:sp>
      <p:pic>
        <p:nvPicPr>
          <p:cNvPr descr="preencoded.png" id="194" name="Google Shape;194;p27"/>
          <p:cNvPicPr preferRelativeResize="0"/>
          <p:nvPr/>
        </p:nvPicPr>
        <p:blipFill rotWithShape="1">
          <a:blip r:embed="rId4">
            <a:alphaModFix/>
          </a:blip>
          <a:srcRect b="0" l="0" r="0" t="0"/>
          <a:stretch/>
        </p:blipFill>
        <p:spPr>
          <a:xfrm>
            <a:off x="5255776" y="2450068"/>
            <a:ext cx="598408" cy="598408"/>
          </a:xfrm>
          <a:prstGeom prst="rect">
            <a:avLst/>
          </a:prstGeom>
          <a:noFill/>
          <a:ln>
            <a:noFill/>
          </a:ln>
        </p:spPr>
      </p:pic>
      <p:sp>
        <p:nvSpPr>
          <p:cNvPr id="195" name="Google Shape;195;p27"/>
          <p:cNvSpPr/>
          <p:nvPr/>
        </p:nvSpPr>
        <p:spPr>
          <a:xfrm>
            <a:off x="5255776" y="3347680"/>
            <a:ext cx="284285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Framework &amp; Design</a:t>
            </a:r>
            <a:endParaRPr b="0" i="0" sz="2200" u="none" cap="none" strike="noStrike"/>
          </a:p>
        </p:txBody>
      </p:sp>
      <p:sp>
        <p:nvSpPr>
          <p:cNvPr id="196" name="Google Shape;196;p27"/>
          <p:cNvSpPr/>
          <p:nvPr/>
        </p:nvSpPr>
        <p:spPr>
          <a:xfrm>
            <a:off x="5255776" y="3843218"/>
            <a:ext cx="4118848"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Bootstrap 5 pour un design responsive et élégant</a:t>
            </a:r>
            <a:endParaRPr b="0" i="0" sz="1850" u="none" cap="none" strike="noStrike"/>
          </a:p>
        </p:txBody>
      </p:sp>
      <p:pic>
        <p:nvPicPr>
          <p:cNvPr descr="preencoded.png" id="197" name="Google Shape;197;p27"/>
          <p:cNvPicPr preferRelativeResize="0"/>
          <p:nvPr/>
        </p:nvPicPr>
        <p:blipFill rotWithShape="1">
          <a:blip r:embed="rId5">
            <a:alphaModFix/>
          </a:blip>
          <a:srcRect b="0" l="0" r="0" t="0"/>
          <a:stretch/>
        </p:blipFill>
        <p:spPr>
          <a:xfrm>
            <a:off x="9673828" y="2450068"/>
            <a:ext cx="598408" cy="598408"/>
          </a:xfrm>
          <a:prstGeom prst="rect">
            <a:avLst/>
          </a:prstGeom>
          <a:noFill/>
          <a:ln>
            <a:noFill/>
          </a:ln>
        </p:spPr>
      </p:pic>
      <p:sp>
        <p:nvSpPr>
          <p:cNvPr id="198" name="Google Shape;198;p27"/>
          <p:cNvSpPr/>
          <p:nvPr/>
        </p:nvSpPr>
        <p:spPr>
          <a:xfrm>
            <a:off x="9673828" y="3347680"/>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Bibliothèques Clés</a:t>
            </a:r>
            <a:endParaRPr b="0" i="0" sz="2200" u="none" cap="none" strike="noStrike"/>
          </a:p>
        </p:txBody>
      </p:sp>
      <p:sp>
        <p:nvSpPr>
          <p:cNvPr id="199" name="Google Shape;199;p27"/>
          <p:cNvSpPr/>
          <p:nvPr/>
        </p:nvSpPr>
        <p:spPr>
          <a:xfrm>
            <a:off x="9673828" y="3843218"/>
            <a:ext cx="4118848"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Chart.js (graphiques interactifs), Font Awesome (icônes), Google Fonts (Inter)</a:t>
            </a:r>
            <a:endParaRPr b="0" i="0" sz="1850" u="none" cap="none" strike="noStrike"/>
          </a:p>
        </p:txBody>
      </p:sp>
      <p:pic>
        <p:nvPicPr>
          <p:cNvPr descr="preencoded.png" id="200" name="Google Shape;200;p27"/>
          <p:cNvPicPr preferRelativeResize="0"/>
          <p:nvPr/>
        </p:nvPicPr>
        <p:blipFill rotWithShape="1">
          <a:blip r:embed="rId6">
            <a:alphaModFix/>
          </a:blip>
          <a:srcRect b="0" l="0" r="0" t="0"/>
          <a:stretch/>
        </p:blipFill>
        <p:spPr>
          <a:xfrm>
            <a:off x="837724" y="5088017"/>
            <a:ext cx="598408" cy="598408"/>
          </a:xfrm>
          <a:prstGeom prst="rect">
            <a:avLst/>
          </a:prstGeom>
          <a:noFill/>
          <a:ln>
            <a:noFill/>
          </a:ln>
        </p:spPr>
      </p:pic>
      <p:sp>
        <p:nvSpPr>
          <p:cNvPr id="201" name="Google Shape;201;p27"/>
          <p:cNvSpPr/>
          <p:nvPr/>
        </p:nvSpPr>
        <p:spPr>
          <a:xfrm>
            <a:off x="837724" y="5985629"/>
            <a:ext cx="3331131"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Persistance des Données</a:t>
            </a:r>
            <a:endParaRPr b="0" i="0" sz="2200" u="none" cap="none" strike="noStrike"/>
          </a:p>
        </p:txBody>
      </p:sp>
      <p:sp>
        <p:nvSpPr>
          <p:cNvPr id="202" name="Google Shape;202;p27"/>
          <p:cNvSpPr/>
          <p:nvPr/>
        </p:nvSpPr>
        <p:spPr>
          <a:xfrm>
            <a:off x="837724" y="6481167"/>
            <a:ext cx="4118848"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LocalStorage pour un stockage rapide côté client</a:t>
            </a:r>
            <a:endParaRPr b="0" i="0" sz="1850" u="none" cap="none" strike="noStrike"/>
          </a:p>
        </p:txBody>
      </p:sp>
      <p:pic>
        <p:nvPicPr>
          <p:cNvPr descr="preencoded.png" id="203" name="Google Shape;203;p27"/>
          <p:cNvPicPr preferRelativeResize="0"/>
          <p:nvPr/>
        </p:nvPicPr>
        <p:blipFill rotWithShape="1">
          <a:blip r:embed="rId7">
            <a:alphaModFix/>
          </a:blip>
          <a:srcRect b="0" l="0" r="0" t="0"/>
          <a:stretch/>
        </p:blipFill>
        <p:spPr>
          <a:xfrm>
            <a:off x="5255776" y="5088017"/>
            <a:ext cx="598408" cy="598408"/>
          </a:xfrm>
          <a:prstGeom prst="rect">
            <a:avLst/>
          </a:prstGeom>
          <a:noFill/>
          <a:ln>
            <a:noFill/>
          </a:ln>
        </p:spPr>
      </p:pic>
      <p:sp>
        <p:nvSpPr>
          <p:cNvPr id="204" name="Google Shape;204;p27"/>
          <p:cNvSpPr/>
          <p:nvPr/>
        </p:nvSpPr>
        <p:spPr>
          <a:xfrm>
            <a:off x="5255776" y="5985629"/>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API Externe</a:t>
            </a:r>
            <a:endParaRPr b="0" i="0" sz="2200" u="none" cap="none" strike="noStrike"/>
          </a:p>
        </p:txBody>
      </p:sp>
      <p:sp>
        <p:nvSpPr>
          <p:cNvPr id="205" name="Google Shape;205;p27"/>
          <p:cNvSpPr/>
          <p:nvPr/>
        </p:nvSpPr>
        <p:spPr>
          <a:xfrm>
            <a:off x="5255776" y="6481167"/>
            <a:ext cx="4118848"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FakeStore API pour l'importation de produits</a:t>
            </a:r>
            <a:endParaRPr b="0" i="0" sz="1850" u="none" cap="none" strike="noStrike"/>
          </a:p>
        </p:txBody>
      </p:sp>
      <p:sp>
        <p:nvSpPr>
          <p:cNvPr id="206" name="Google Shape;206;p27"/>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p:nvPr/>
        </p:nvSpPr>
        <p:spPr>
          <a:xfrm>
            <a:off x="1284565" y="557093"/>
            <a:ext cx="1068586" cy="380643"/>
          </a:xfrm>
          <a:prstGeom prst="roundRect">
            <a:avLst>
              <a:gd fmla="val 17885"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8"/>
          <p:cNvSpPr/>
          <p:nvPr/>
        </p:nvSpPr>
        <p:spPr>
          <a:xfrm>
            <a:off x="1406128" y="617815"/>
            <a:ext cx="825460" cy="25919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250"/>
              <a:buFont typeface="Source Sans 3"/>
              <a:buNone/>
            </a:pPr>
            <a:r>
              <a:rPr b="0" i="0" lang="en-US" sz="1250" u="none" cap="none" strike="noStrike">
                <a:solidFill>
                  <a:srgbClr val="272525"/>
                </a:solidFill>
                <a:latin typeface="Source Sans 3"/>
                <a:ea typeface="Source Sans 3"/>
                <a:cs typeface="Source Sans 3"/>
                <a:sym typeface="Source Sans 3"/>
              </a:rPr>
              <a:t>STRUCTURE</a:t>
            </a:r>
            <a:endParaRPr b="0" i="0" sz="1250" u="none" cap="none" strike="noStrike"/>
          </a:p>
        </p:txBody>
      </p:sp>
      <p:sp>
        <p:nvSpPr>
          <p:cNvPr id="214" name="Google Shape;214;p28"/>
          <p:cNvSpPr/>
          <p:nvPr/>
        </p:nvSpPr>
        <p:spPr>
          <a:xfrm>
            <a:off x="4019302" y="993324"/>
            <a:ext cx="6591900" cy="47670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3000"/>
              <a:buFont typeface="Source Serif 4"/>
              <a:buNone/>
            </a:pPr>
            <a:r>
              <a:rPr b="0" i="0" lang="en-US" sz="3000" u="none" cap="none" strike="noStrike">
                <a:latin typeface="Source Serif 4"/>
                <a:ea typeface="Source Serif 4"/>
                <a:cs typeface="Source Serif 4"/>
                <a:sym typeface="Source Serif 4"/>
              </a:rPr>
              <a:t>Organisation Modulaire Intelligente</a:t>
            </a:r>
            <a:endParaRPr b="0" i="0" sz="3000" u="none" cap="none" strike="noStrike"/>
          </a:p>
        </p:txBody>
      </p:sp>
      <p:sp>
        <p:nvSpPr>
          <p:cNvPr id="215" name="Google Shape;215;p28"/>
          <p:cNvSpPr/>
          <p:nvPr/>
        </p:nvSpPr>
        <p:spPr>
          <a:xfrm>
            <a:off x="7303770" y="1799153"/>
            <a:ext cx="22860" cy="5875258"/>
          </a:xfrm>
          <a:prstGeom prst="roundRect">
            <a:avLst>
              <a:gd fmla="val 372251"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a:off x="6730246" y="2598063"/>
            <a:ext cx="607814" cy="22860"/>
          </a:xfrm>
          <a:prstGeom prst="roundRect">
            <a:avLst>
              <a:gd fmla="val 372251"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7239238" y="2533531"/>
            <a:ext cx="151924" cy="151924"/>
          </a:xfrm>
          <a:prstGeom prst="roundRect">
            <a:avLst>
              <a:gd fmla="val 300940" name="adj"/>
            </a:avLst>
          </a:prstGeom>
          <a:solidFill>
            <a:srgbClr val="BE4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p:nvPr/>
        </p:nvSpPr>
        <p:spPr>
          <a:xfrm>
            <a:off x="1284565" y="1799153"/>
            <a:ext cx="5422821" cy="1620798"/>
          </a:xfrm>
          <a:prstGeom prst="roundRect">
            <a:avLst>
              <a:gd fmla="val 5250"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p:nvPr/>
        </p:nvSpPr>
        <p:spPr>
          <a:xfrm>
            <a:off x="4113609" y="2009299"/>
            <a:ext cx="2383631" cy="297894"/>
          </a:xfrm>
          <a:prstGeom prst="rect">
            <a:avLst/>
          </a:prstGeom>
          <a:noFill/>
          <a:ln>
            <a:noFill/>
          </a:ln>
        </p:spPr>
        <p:txBody>
          <a:bodyPr anchorCtr="0" anchor="t" bIns="0" lIns="0" spcFirstLastPara="1" rIns="0" wrap="square" tIns="0">
            <a:noAutofit/>
          </a:bodyPr>
          <a:lstStyle/>
          <a:p>
            <a:pPr indent="0" lvl="0" marL="0" marR="0" rtl="0" algn="r">
              <a:lnSpc>
                <a:spcPct val="124324"/>
              </a:lnSpc>
              <a:spcBef>
                <a:spcPts val="0"/>
              </a:spcBef>
              <a:spcAft>
                <a:spcPts val="0"/>
              </a:spcAft>
              <a:buClr>
                <a:srgbClr val="272525"/>
              </a:buClr>
              <a:buSzPts val="1850"/>
              <a:buFont typeface="Source Serif 4"/>
              <a:buNone/>
            </a:pPr>
            <a:r>
              <a:rPr b="0" i="0" lang="en-US" sz="1850" u="none" cap="none" strike="noStrike">
                <a:solidFill>
                  <a:srgbClr val="272525"/>
                </a:solidFill>
                <a:latin typeface="Source Serif 4"/>
                <a:ea typeface="Source Serif 4"/>
                <a:cs typeface="Source Serif 4"/>
                <a:sym typeface="Source Serif 4"/>
              </a:rPr>
              <a:t>app.js</a:t>
            </a:r>
            <a:endParaRPr b="0" i="0" sz="1850" u="none" cap="none" strike="noStrike"/>
          </a:p>
        </p:txBody>
      </p:sp>
      <p:sp>
        <p:nvSpPr>
          <p:cNvPr id="220" name="Google Shape;220;p28"/>
          <p:cNvSpPr/>
          <p:nvPr/>
        </p:nvSpPr>
        <p:spPr>
          <a:xfrm>
            <a:off x="1494711" y="2428756"/>
            <a:ext cx="5002530" cy="324207"/>
          </a:xfrm>
          <a:prstGeom prst="rect">
            <a:avLst/>
          </a:prstGeom>
          <a:noFill/>
          <a:ln>
            <a:noFill/>
          </a:ln>
        </p:spPr>
        <p:txBody>
          <a:bodyPr anchorCtr="0" anchor="t" bIns="0" lIns="0" spcFirstLastPara="1" rIns="0" wrap="square" tIns="0">
            <a:noAutofit/>
          </a:bodyPr>
          <a:lstStyle/>
          <a:p>
            <a:pPr indent="0" lvl="0" marL="0" marR="0" rtl="0" algn="r">
              <a:lnSpc>
                <a:spcPct val="164516"/>
              </a:lnSpc>
              <a:spcBef>
                <a:spcPts val="0"/>
              </a:spcBef>
              <a:spcAft>
                <a:spcPts val="0"/>
              </a:spcAft>
              <a:buClr>
                <a:srgbClr val="272525"/>
              </a:buClr>
              <a:buSzPts val="1550"/>
              <a:buFont typeface="Source Sans 3"/>
              <a:buNone/>
            </a:pPr>
            <a:r>
              <a:rPr b="0" i="0" lang="en-US" sz="1550" u="none" cap="none" strike="noStrike">
                <a:solidFill>
                  <a:srgbClr val="272525"/>
                </a:solidFill>
                <a:latin typeface="Source Sans 3"/>
                <a:ea typeface="Source Sans 3"/>
                <a:cs typeface="Source Sans 3"/>
                <a:sym typeface="Source Sans 3"/>
              </a:rPr>
              <a:t>Gestion de la navigation SPA et du routage de l'application.</a:t>
            </a:r>
            <a:endParaRPr b="0" i="0" sz="1550" u="none" cap="none" strike="noStrike"/>
          </a:p>
        </p:txBody>
      </p:sp>
      <p:sp>
        <p:nvSpPr>
          <p:cNvPr id="221" name="Google Shape;221;p28"/>
          <p:cNvSpPr/>
          <p:nvPr/>
        </p:nvSpPr>
        <p:spPr>
          <a:xfrm>
            <a:off x="7292340" y="3813572"/>
            <a:ext cx="607814" cy="22860"/>
          </a:xfrm>
          <a:prstGeom prst="roundRect">
            <a:avLst>
              <a:gd fmla="val 372251"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8"/>
          <p:cNvSpPr/>
          <p:nvPr/>
        </p:nvSpPr>
        <p:spPr>
          <a:xfrm>
            <a:off x="7239238" y="3749040"/>
            <a:ext cx="151924" cy="151924"/>
          </a:xfrm>
          <a:prstGeom prst="roundRect">
            <a:avLst>
              <a:gd fmla="val 300940" name="adj"/>
            </a:avLst>
          </a:prstGeom>
          <a:solidFill>
            <a:srgbClr val="BE4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8"/>
          <p:cNvSpPr/>
          <p:nvPr/>
        </p:nvSpPr>
        <p:spPr>
          <a:xfrm>
            <a:off x="7923014" y="3014663"/>
            <a:ext cx="5422821" cy="1620798"/>
          </a:xfrm>
          <a:prstGeom prst="roundRect">
            <a:avLst>
              <a:gd fmla="val 5250" name="adj"/>
            </a:avLst>
          </a:prstGeom>
          <a:solidFill>
            <a:srgbClr val="A4C2F4"/>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8"/>
          <p:cNvSpPr/>
          <p:nvPr/>
        </p:nvSpPr>
        <p:spPr>
          <a:xfrm>
            <a:off x="8133159" y="3224808"/>
            <a:ext cx="2383631" cy="297894"/>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Source Serif 4"/>
              <a:buNone/>
            </a:pPr>
            <a:r>
              <a:rPr b="0" i="0" lang="en-US" sz="1850" u="none" cap="none" strike="noStrike">
                <a:solidFill>
                  <a:srgbClr val="272525"/>
                </a:solidFill>
                <a:latin typeface="Source Serif 4"/>
                <a:ea typeface="Source Serif 4"/>
                <a:cs typeface="Source Serif 4"/>
                <a:sym typeface="Source Serif 4"/>
              </a:rPr>
              <a:t>modules/produits.js</a:t>
            </a:r>
            <a:endParaRPr b="0" i="0" sz="1850" u="none" cap="none" strike="noStrike"/>
          </a:p>
        </p:txBody>
      </p:sp>
      <p:sp>
        <p:nvSpPr>
          <p:cNvPr id="225" name="Google Shape;225;p28"/>
          <p:cNvSpPr/>
          <p:nvPr/>
        </p:nvSpPr>
        <p:spPr>
          <a:xfrm>
            <a:off x="8133159" y="3644265"/>
            <a:ext cx="5002530"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Source Sans 3"/>
              <a:buNone/>
            </a:pPr>
            <a:r>
              <a:rPr b="0" i="0" lang="en-US" sz="1550" u="none" cap="none" strike="noStrike">
                <a:solidFill>
                  <a:srgbClr val="272525"/>
                </a:solidFill>
                <a:latin typeface="Source Sans 3"/>
                <a:ea typeface="Source Sans 3"/>
                <a:cs typeface="Source Sans 3"/>
                <a:sym typeface="Source Sans 3"/>
              </a:rPr>
              <a:t>Module principal de gestion des produits (CRUD complet).</a:t>
            </a:r>
            <a:endParaRPr b="0" i="0" sz="1550" u="none" cap="none" strike="noStrike"/>
          </a:p>
        </p:txBody>
      </p:sp>
      <p:sp>
        <p:nvSpPr>
          <p:cNvPr id="226" name="Google Shape;226;p28"/>
          <p:cNvSpPr/>
          <p:nvPr/>
        </p:nvSpPr>
        <p:spPr>
          <a:xfrm>
            <a:off x="6730246" y="4826556"/>
            <a:ext cx="607814" cy="22860"/>
          </a:xfrm>
          <a:prstGeom prst="roundRect">
            <a:avLst>
              <a:gd fmla="val 372251"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p:nvPr/>
        </p:nvSpPr>
        <p:spPr>
          <a:xfrm>
            <a:off x="7239238" y="4762024"/>
            <a:ext cx="151924" cy="151924"/>
          </a:xfrm>
          <a:prstGeom prst="roundRect">
            <a:avLst>
              <a:gd fmla="val 300940" name="adj"/>
            </a:avLst>
          </a:prstGeom>
          <a:solidFill>
            <a:srgbClr val="BE4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a:off x="1284565" y="4027646"/>
            <a:ext cx="5422821" cy="1620798"/>
          </a:xfrm>
          <a:prstGeom prst="roundRect">
            <a:avLst>
              <a:gd fmla="val 5250"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p:nvPr/>
        </p:nvSpPr>
        <p:spPr>
          <a:xfrm>
            <a:off x="3982998" y="4237792"/>
            <a:ext cx="2514243" cy="297894"/>
          </a:xfrm>
          <a:prstGeom prst="rect">
            <a:avLst/>
          </a:prstGeom>
          <a:noFill/>
          <a:ln>
            <a:noFill/>
          </a:ln>
        </p:spPr>
        <p:txBody>
          <a:bodyPr anchorCtr="0" anchor="t" bIns="0" lIns="0" spcFirstLastPara="1" rIns="0" wrap="square" tIns="0">
            <a:noAutofit/>
          </a:bodyPr>
          <a:lstStyle/>
          <a:p>
            <a:pPr indent="0" lvl="0" marL="0" marR="0" rtl="0" algn="r">
              <a:lnSpc>
                <a:spcPct val="124324"/>
              </a:lnSpc>
              <a:spcBef>
                <a:spcPts val="0"/>
              </a:spcBef>
              <a:spcAft>
                <a:spcPts val="0"/>
              </a:spcAft>
              <a:buClr>
                <a:srgbClr val="272525"/>
              </a:buClr>
              <a:buSzPts val="1850"/>
              <a:buFont typeface="Source Serif 4"/>
              <a:buNone/>
            </a:pPr>
            <a:r>
              <a:rPr b="0" i="0" lang="en-US" sz="1850" u="none" cap="none" strike="noStrike">
                <a:solidFill>
                  <a:srgbClr val="272525"/>
                </a:solidFill>
                <a:latin typeface="Source Serif 4"/>
                <a:ea typeface="Source Serif 4"/>
                <a:cs typeface="Source Serif 4"/>
                <a:sym typeface="Source Serif 4"/>
              </a:rPr>
              <a:t>modules/categories.js</a:t>
            </a:r>
            <a:endParaRPr b="0" i="0" sz="1850" u="none" cap="none" strike="noStrike"/>
          </a:p>
        </p:txBody>
      </p:sp>
      <p:sp>
        <p:nvSpPr>
          <p:cNvPr id="230" name="Google Shape;230;p28"/>
          <p:cNvSpPr/>
          <p:nvPr/>
        </p:nvSpPr>
        <p:spPr>
          <a:xfrm>
            <a:off x="1494711" y="4657249"/>
            <a:ext cx="5002530" cy="648414"/>
          </a:xfrm>
          <a:prstGeom prst="rect">
            <a:avLst/>
          </a:prstGeom>
          <a:noFill/>
          <a:ln>
            <a:noFill/>
          </a:ln>
        </p:spPr>
        <p:txBody>
          <a:bodyPr anchorCtr="0" anchor="t" bIns="0" lIns="0" spcFirstLastPara="1" rIns="0" wrap="square" tIns="0">
            <a:noAutofit/>
          </a:bodyPr>
          <a:lstStyle/>
          <a:p>
            <a:pPr indent="0" lvl="0" marL="0" marR="0" rtl="0" algn="r">
              <a:lnSpc>
                <a:spcPct val="164516"/>
              </a:lnSpc>
              <a:spcBef>
                <a:spcPts val="0"/>
              </a:spcBef>
              <a:spcAft>
                <a:spcPts val="0"/>
              </a:spcAft>
              <a:buClr>
                <a:srgbClr val="272525"/>
              </a:buClr>
              <a:buSzPts val="1550"/>
              <a:buFont typeface="Source Sans 3"/>
              <a:buNone/>
            </a:pPr>
            <a:r>
              <a:rPr b="0" i="0" lang="en-US" sz="1550" u="none" cap="none" strike="noStrike">
                <a:solidFill>
                  <a:srgbClr val="272525"/>
                </a:solidFill>
                <a:latin typeface="Source Sans 3"/>
                <a:ea typeface="Source Sans 3"/>
                <a:cs typeface="Source Sans 3"/>
                <a:sym typeface="Source Sans 3"/>
              </a:rPr>
              <a:t>Gestion simplifiée des catégories pour une meilleure organisation.</a:t>
            </a:r>
            <a:endParaRPr b="0" i="0" sz="1550" u="none" cap="none" strike="noStrike"/>
          </a:p>
        </p:txBody>
      </p:sp>
      <p:sp>
        <p:nvSpPr>
          <p:cNvPr id="231" name="Google Shape;231;p28"/>
          <p:cNvSpPr/>
          <p:nvPr/>
        </p:nvSpPr>
        <p:spPr>
          <a:xfrm>
            <a:off x="7292340" y="5839539"/>
            <a:ext cx="607814" cy="22860"/>
          </a:xfrm>
          <a:prstGeom prst="roundRect">
            <a:avLst>
              <a:gd fmla="val 372251"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8"/>
          <p:cNvSpPr/>
          <p:nvPr/>
        </p:nvSpPr>
        <p:spPr>
          <a:xfrm>
            <a:off x="7239238" y="5775008"/>
            <a:ext cx="151924" cy="151924"/>
          </a:xfrm>
          <a:prstGeom prst="roundRect">
            <a:avLst>
              <a:gd fmla="val 300940" name="adj"/>
            </a:avLst>
          </a:prstGeom>
          <a:solidFill>
            <a:srgbClr val="BE4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8"/>
          <p:cNvSpPr/>
          <p:nvPr/>
        </p:nvSpPr>
        <p:spPr>
          <a:xfrm>
            <a:off x="7923014" y="5040630"/>
            <a:ext cx="5422821" cy="1620798"/>
          </a:xfrm>
          <a:prstGeom prst="roundRect">
            <a:avLst>
              <a:gd fmla="val 5250"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
          <p:cNvSpPr/>
          <p:nvPr/>
        </p:nvSpPr>
        <p:spPr>
          <a:xfrm>
            <a:off x="8133159" y="5250775"/>
            <a:ext cx="2560915" cy="297894"/>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Source Serif 4"/>
              <a:buNone/>
            </a:pPr>
            <a:r>
              <a:rPr b="0" i="0" lang="en-US" sz="1850" u="none" cap="none" strike="noStrike">
                <a:solidFill>
                  <a:srgbClr val="272525"/>
                </a:solidFill>
                <a:latin typeface="Source Serif 4"/>
                <a:ea typeface="Source Serif 4"/>
                <a:cs typeface="Source Serif 4"/>
                <a:sym typeface="Source Serif 4"/>
              </a:rPr>
              <a:t>modules/dashboard.js</a:t>
            </a:r>
            <a:endParaRPr b="0" i="0" sz="1850" u="none" cap="none" strike="noStrike"/>
          </a:p>
        </p:txBody>
      </p:sp>
      <p:sp>
        <p:nvSpPr>
          <p:cNvPr id="235" name="Google Shape;235;p28"/>
          <p:cNvSpPr/>
          <p:nvPr/>
        </p:nvSpPr>
        <p:spPr>
          <a:xfrm>
            <a:off x="8133159" y="5670233"/>
            <a:ext cx="5002530" cy="324207"/>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272525"/>
              </a:buClr>
              <a:buSzPts val="1550"/>
              <a:buFont typeface="Source Sans 3"/>
              <a:buNone/>
            </a:pPr>
            <a:r>
              <a:rPr b="0" i="0" lang="en-US" sz="1550" u="none" cap="none" strike="noStrike">
                <a:solidFill>
                  <a:srgbClr val="272525"/>
                </a:solidFill>
                <a:latin typeface="Source Sans 3"/>
                <a:ea typeface="Source Sans 3"/>
                <a:cs typeface="Source Sans 3"/>
                <a:sym typeface="Source Sans 3"/>
              </a:rPr>
              <a:t>Tableau de bord dynamique et intégration de l'API externe.</a:t>
            </a:r>
            <a:endParaRPr b="0" i="0" sz="1550" u="none" cap="none" strike="noStrike"/>
          </a:p>
        </p:txBody>
      </p:sp>
      <p:sp>
        <p:nvSpPr>
          <p:cNvPr id="236" name="Google Shape;236;p28"/>
          <p:cNvSpPr/>
          <p:nvPr/>
        </p:nvSpPr>
        <p:spPr>
          <a:xfrm>
            <a:off x="6730246" y="6852523"/>
            <a:ext cx="607814" cy="22860"/>
          </a:xfrm>
          <a:prstGeom prst="roundRect">
            <a:avLst>
              <a:gd fmla="val 372251"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8"/>
          <p:cNvSpPr/>
          <p:nvPr/>
        </p:nvSpPr>
        <p:spPr>
          <a:xfrm>
            <a:off x="7239238" y="6787991"/>
            <a:ext cx="151924" cy="151924"/>
          </a:xfrm>
          <a:prstGeom prst="roundRect">
            <a:avLst>
              <a:gd fmla="val 300940" name="adj"/>
            </a:avLst>
          </a:prstGeom>
          <a:solidFill>
            <a:srgbClr val="BE4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8"/>
          <p:cNvSpPr/>
          <p:nvPr/>
        </p:nvSpPr>
        <p:spPr>
          <a:xfrm>
            <a:off x="1284565" y="6053614"/>
            <a:ext cx="5422821" cy="1620798"/>
          </a:xfrm>
          <a:prstGeom prst="roundRect">
            <a:avLst>
              <a:gd fmla="val 5250"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8"/>
          <p:cNvSpPr/>
          <p:nvPr/>
        </p:nvSpPr>
        <p:spPr>
          <a:xfrm>
            <a:off x="4113609" y="6263759"/>
            <a:ext cx="2383631" cy="297894"/>
          </a:xfrm>
          <a:prstGeom prst="rect">
            <a:avLst/>
          </a:prstGeom>
          <a:noFill/>
          <a:ln>
            <a:noFill/>
          </a:ln>
        </p:spPr>
        <p:txBody>
          <a:bodyPr anchorCtr="0" anchor="t" bIns="0" lIns="0" spcFirstLastPara="1" rIns="0" wrap="square" tIns="0">
            <a:noAutofit/>
          </a:bodyPr>
          <a:lstStyle/>
          <a:p>
            <a:pPr indent="0" lvl="0" marL="0" marR="0" rtl="0" algn="r">
              <a:lnSpc>
                <a:spcPct val="124324"/>
              </a:lnSpc>
              <a:spcBef>
                <a:spcPts val="0"/>
              </a:spcBef>
              <a:spcAft>
                <a:spcPts val="0"/>
              </a:spcAft>
              <a:buClr>
                <a:srgbClr val="272525"/>
              </a:buClr>
              <a:buSzPts val="1850"/>
              <a:buFont typeface="Source Serif 4"/>
              <a:buNone/>
            </a:pPr>
            <a:r>
              <a:rPr b="0" i="0" lang="en-US" sz="1850" u="none" cap="none" strike="noStrike">
                <a:solidFill>
                  <a:srgbClr val="272525"/>
                </a:solidFill>
                <a:latin typeface="Source Serif 4"/>
                <a:ea typeface="Source Serif 4"/>
                <a:cs typeface="Source Serif 4"/>
                <a:sym typeface="Source Serif 4"/>
              </a:rPr>
              <a:t>utils/storage.js</a:t>
            </a:r>
            <a:endParaRPr b="0" i="0" sz="1850" u="none" cap="none" strike="noStrike"/>
          </a:p>
        </p:txBody>
      </p:sp>
      <p:sp>
        <p:nvSpPr>
          <p:cNvPr id="240" name="Google Shape;240;p28"/>
          <p:cNvSpPr/>
          <p:nvPr/>
        </p:nvSpPr>
        <p:spPr>
          <a:xfrm>
            <a:off x="1494711" y="6683216"/>
            <a:ext cx="5002530" cy="324207"/>
          </a:xfrm>
          <a:prstGeom prst="rect">
            <a:avLst/>
          </a:prstGeom>
          <a:noFill/>
          <a:ln>
            <a:noFill/>
          </a:ln>
        </p:spPr>
        <p:txBody>
          <a:bodyPr anchorCtr="0" anchor="t" bIns="0" lIns="0" spcFirstLastPara="1" rIns="0" wrap="square" tIns="0">
            <a:noAutofit/>
          </a:bodyPr>
          <a:lstStyle/>
          <a:p>
            <a:pPr indent="0" lvl="0" marL="0" marR="0" rtl="0" algn="r">
              <a:lnSpc>
                <a:spcPct val="164516"/>
              </a:lnSpc>
              <a:spcBef>
                <a:spcPts val="0"/>
              </a:spcBef>
              <a:spcAft>
                <a:spcPts val="0"/>
              </a:spcAft>
              <a:buClr>
                <a:srgbClr val="272525"/>
              </a:buClr>
              <a:buSzPts val="1550"/>
              <a:buFont typeface="Source Sans 3"/>
              <a:buNone/>
            </a:pPr>
            <a:r>
              <a:rPr b="0" i="0" lang="en-US" sz="1550" u="none" cap="none" strike="noStrike">
                <a:solidFill>
                  <a:srgbClr val="272525"/>
                </a:solidFill>
                <a:latin typeface="Source Sans 3"/>
                <a:ea typeface="Source Sans 3"/>
                <a:cs typeface="Source Sans 3"/>
                <a:sym typeface="Source Sans 3"/>
              </a:rPr>
              <a:t>Utilitaires pour la gestion efficace du LocalStorage.</a:t>
            </a:r>
            <a:endParaRPr b="0" i="0" sz="1550" u="none" cap="none" strike="noStrike"/>
          </a:p>
        </p:txBody>
      </p:sp>
      <p:sp>
        <p:nvSpPr>
          <p:cNvPr id="241" name="Google Shape;241;p28"/>
          <p:cNvSpPr/>
          <p:nvPr/>
        </p:nvSpPr>
        <p:spPr>
          <a:xfrm rot="-2510521">
            <a:off x="12213415" y="6432048"/>
            <a:ext cx="3745470" cy="2748578"/>
          </a:xfrm>
          <a:prstGeom prst="flowChartPunchedTape">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28"/>
          <p:cNvSpPr/>
          <p:nvPr/>
        </p:nvSpPr>
        <p:spPr>
          <a:xfrm rot="-2510521">
            <a:off x="-1547510" y="-1218627"/>
            <a:ext cx="3745470" cy="2748578"/>
          </a:xfrm>
          <a:prstGeom prst="flowChartPunchedTape">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9"/>
          <p:cNvSpPr/>
          <p:nvPr/>
        </p:nvSpPr>
        <p:spPr>
          <a:xfrm>
            <a:off x="7800625" y="2703150"/>
            <a:ext cx="5522100" cy="3685200"/>
          </a:xfrm>
          <a:prstGeom prst="roundRect">
            <a:avLst>
              <a:gd fmla="val 10177" name="adj"/>
            </a:avLst>
          </a:prstGeom>
          <a:solidFill>
            <a:srgbClr val="D6BAD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9" name="Google Shape;249;p29"/>
          <p:cNvSpPr/>
          <p:nvPr/>
        </p:nvSpPr>
        <p:spPr>
          <a:xfrm>
            <a:off x="620125" y="2703150"/>
            <a:ext cx="5522100" cy="3685200"/>
          </a:xfrm>
          <a:prstGeom prst="roundRect">
            <a:avLst>
              <a:gd fmla="val 12096" name="adj"/>
            </a:avLst>
          </a:prstGeom>
          <a:solidFill>
            <a:srgbClr val="D6BAD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0" name="Google Shape;250;p29"/>
          <p:cNvSpPr/>
          <p:nvPr/>
        </p:nvSpPr>
        <p:spPr>
          <a:xfrm>
            <a:off x="1132549" y="914306"/>
            <a:ext cx="1817700" cy="449700"/>
          </a:xfrm>
          <a:prstGeom prst="roundRect">
            <a:avLst>
              <a:gd fmla="val 17881" name="adj"/>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9"/>
          <p:cNvSpPr/>
          <p:nvPr/>
        </p:nvSpPr>
        <p:spPr>
          <a:xfrm>
            <a:off x="1276138" y="986101"/>
            <a:ext cx="1530600" cy="306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FONCTIONNALITÉS</a:t>
            </a:r>
            <a:endParaRPr b="0" i="0" sz="1500" u="none" cap="none" strike="noStrike"/>
          </a:p>
        </p:txBody>
      </p:sp>
      <p:sp>
        <p:nvSpPr>
          <p:cNvPr id="252" name="Google Shape;252;p29"/>
          <p:cNvSpPr/>
          <p:nvPr/>
        </p:nvSpPr>
        <p:spPr>
          <a:xfrm>
            <a:off x="2511924" y="1805951"/>
            <a:ext cx="9552600" cy="563400"/>
          </a:xfrm>
          <a:prstGeom prst="rect">
            <a:avLst/>
          </a:prstGeom>
          <a:solidFill>
            <a:srgbClr val="D9D2E9"/>
          </a:solid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Gestion Complète des Produits et Catégories</a:t>
            </a:r>
            <a:endParaRPr b="0" i="0" sz="3500" u="none" cap="none" strike="noStrike"/>
          </a:p>
        </p:txBody>
      </p:sp>
      <p:sp>
        <p:nvSpPr>
          <p:cNvPr id="253" name="Google Shape;253;p29"/>
          <p:cNvSpPr/>
          <p:nvPr/>
        </p:nvSpPr>
        <p:spPr>
          <a:xfrm>
            <a:off x="871749" y="2833299"/>
            <a:ext cx="5018700" cy="42240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2650"/>
              <a:buFont typeface="Source Serif 4"/>
              <a:buNone/>
            </a:pPr>
            <a:r>
              <a:rPr b="0" i="0" lang="en-US" sz="2650" u="none" cap="none" strike="noStrike">
                <a:solidFill>
                  <a:srgbClr val="000000"/>
                </a:solidFill>
                <a:latin typeface="Source Serif 4"/>
                <a:ea typeface="Source Serif 4"/>
                <a:cs typeface="Source Serif 4"/>
                <a:sym typeface="Source Serif 4"/>
              </a:rPr>
              <a:t>Module 1: Gestion des Produits</a:t>
            </a:r>
            <a:endParaRPr b="0" i="0" sz="2650" u="none" cap="none" strike="noStrike"/>
          </a:p>
        </p:txBody>
      </p:sp>
      <p:sp>
        <p:nvSpPr>
          <p:cNvPr id="254" name="Google Shape;254;p29"/>
          <p:cNvSpPr/>
          <p:nvPr/>
        </p:nvSpPr>
        <p:spPr>
          <a:xfrm>
            <a:off x="871749" y="3494930"/>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CRUD complet</a:t>
            </a:r>
            <a:endParaRPr b="0" i="0" sz="1850" u="none" cap="none" strike="noStrike"/>
          </a:p>
        </p:txBody>
      </p:sp>
      <p:sp>
        <p:nvSpPr>
          <p:cNvPr id="255" name="Google Shape;255;p29"/>
          <p:cNvSpPr/>
          <p:nvPr/>
        </p:nvSpPr>
        <p:spPr>
          <a:xfrm>
            <a:off x="871749" y="3969275"/>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Formulaire avec validation robuste</a:t>
            </a:r>
            <a:endParaRPr b="0" i="0" sz="1850" u="none" cap="none" strike="noStrike"/>
          </a:p>
        </p:txBody>
      </p:sp>
      <p:sp>
        <p:nvSpPr>
          <p:cNvPr id="256" name="Google Shape;256;p29"/>
          <p:cNvSpPr/>
          <p:nvPr/>
        </p:nvSpPr>
        <p:spPr>
          <a:xfrm>
            <a:off x="871749" y="4443620"/>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Affichage intuitif en cartes</a:t>
            </a:r>
            <a:endParaRPr b="0" i="0" sz="1850" u="none" cap="none" strike="noStrike"/>
          </a:p>
        </p:txBody>
      </p:sp>
      <p:sp>
        <p:nvSpPr>
          <p:cNvPr id="257" name="Google Shape;257;p29"/>
          <p:cNvSpPr/>
          <p:nvPr/>
        </p:nvSpPr>
        <p:spPr>
          <a:xfrm>
            <a:off x="871749" y="4917965"/>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Recherche et tri avancés</a:t>
            </a:r>
            <a:endParaRPr b="0" i="0" sz="1850" u="none" cap="none" strike="noStrike"/>
          </a:p>
        </p:txBody>
      </p:sp>
      <p:sp>
        <p:nvSpPr>
          <p:cNvPr id="258" name="Google Shape;258;p29"/>
          <p:cNvSpPr/>
          <p:nvPr/>
        </p:nvSpPr>
        <p:spPr>
          <a:xfrm>
            <a:off x="871749" y="5392310"/>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Fiche détaillée (modal)</a:t>
            </a:r>
            <a:endParaRPr b="0" i="0" sz="1850" u="none" cap="none" strike="noStrike"/>
          </a:p>
        </p:txBody>
      </p:sp>
      <p:sp>
        <p:nvSpPr>
          <p:cNvPr id="259" name="Google Shape;259;p29"/>
          <p:cNvSpPr/>
          <p:nvPr/>
        </p:nvSpPr>
        <p:spPr>
          <a:xfrm>
            <a:off x="871749" y="5866655"/>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Gestion du stock (rupture, faible, en stock)</a:t>
            </a:r>
            <a:endParaRPr b="0" i="0" sz="1850" u="none" cap="none" strike="noStrike"/>
          </a:p>
        </p:txBody>
      </p:sp>
      <p:sp>
        <p:nvSpPr>
          <p:cNvPr id="260" name="Google Shape;260;p29"/>
          <p:cNvSpPr/>
          <p:nvPr/>
        </p:nvSpPr>
        <p:spPr>
          <a:xfrm>
            <a:off x="7977636" y="2868324"/>
            <a:ext cx="5345100" cy="42240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2650"/>
              <a:buFont typeface="Source Serif 4"/>
              <a:buNone/>
            </a:pPr>
            <a:r>
              <a:rPr b="0" i="0" lang="en-US" sz="2650" u="none" cap="none" strike="noStrike">
                <a:solidFill>
                  <a:srgbClr val="000000"/>
                </a:solidFill>
                <a:latin typeface="Source Serif 4"/>
                <a:ea typeface="Source Serif 4"/>
                <a:cs typeface="Source Serif 4"/>
                <a:sym typeface="Source Serif 4"/>
              </a:rPr>
              <a:t>Module 2: Gestion des Catégories</a:t>
            </a:r>
            <a:endParaRPr b="0" i="0" sz="2650" u="none" cap="none" strike="noStrike"/>
          </a:p>
        </p:txBody>
      </p:sp>
      <p:sp>
        <p:nvSpPr>
          <p:cNvPr id="261" name="Google Shape;261;p29"/>
          <p:cNvSpPr/>
          <p:nvPr/>
        </p:nvSpPr>
        <p:spPr>
          <a:xfrm>
            <a:off x="7977636" y="3494930"/>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 Ajout et affichage simple</a:t>
            </a:r>
            <a:endParaRPr b="0" i="0" sz="1850" u="none" cap="none" strike="noStrike"/>
          </a:p>
        </p:txBody>
      </p:sp>
      <p:sp>
        <p:nvSpPr>
          <p:cNvPr id="262" name="Google Shape;262;p29"/>
          <p:cNvSpPr/>
          <p:nvPr/>
        </p:nvSpPr>
        <p:spPr>
          <a:xfrm>
            <a:off x="7977636" y="3969275"/>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Suppression avec vérification intelligente</a:t>
            </a:r>
            <a:endParaRPr b="0" i="0" sz="1850" u="none" cap="none" strike="noStrike"/>
          </a:p>
        </p:txBody>
      </p:sp>
      <p:sp>
        <p:nvSpPr>
          <p:cNvPr id="263" name="Google Shape;263;p29"/>
          <p:cNvSpPr/>
          <p:nvPr/>
        </p:nvSpPr>
        <p:spPr>
          <a:xfrm>
            <a:off x="7977636" y="4443620"/>
            <a:ext cx="6185400" cy="390600"/>
          </a:xfrm>
          <a:prstGeom prst="rect">
            <a:avLst/>
          </a:prstGeom>
          <a:noFill/>
          <a:ln>
            <a:noFill/>
          </a:ln>
        </p:spPr>
        <p:txBody>
          <a:bodyPr anchorCtr="0" anchor="t" bIns="0" lIns="0" spcFirstLastPara="1" rIns="0" wrap="square" tIns="0">
            <a:noAutofit/>
          </a:bodyPr>
          <a:lstStyle/>
          <a:p>
            <a:pPr indent="-346075" lvl="0" marL="4572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Catégories par défaut pré-chargées</a:t>
            </a:r>
            <a:endParaRPr b="0" i="0" sz="1850" u="none" cap="none" strike="noStrike"/>
          </a:p>
        </p:txBody>
      </p:sp>
      <p:sp>
        <p:nvSpPr>
          <p:cNvPr id="264" name="Google Shape;264;p29"/>
          <p:cNvSpPr/>
          <p:nvPr/>
        </p:nvSpPr>
        <p:spPr>
          <a:xfrm rot="-2510521">
            <a:off x="-1672735" y="-1278027"/>
            <a:ext cx="3745470" cy="2748578"/>
          </a:xfrm>
          <a:prstGeom prst="flowChartPunchedTape">
            <a:avLst/>
          </a:prstGeom>
          <a:solidFill>
            <a:srgbClr val="F0D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5" name="Google Shape;265;p29"/>
          <p:cNvSpPr/>
          <p:nvPr/>
        </p:nvSpPr>
        <p:spPr>
          <a:xfrm rot="-2510521">
            <a:off x="12306415" y="6470673"/>
            <a:ext cx="3745470" cy="2748578"/>
          </a:xfrm>
          <a:prstGeom prst="flowChartPunchedTape">
            <a:avLst/>
          </a:prstGeom>
          <a:solidFill>
            <a:srgbClr val="F0D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p:nvPr/>
        </p:nvSpPr>
        <p:spPr>
          <a:xfrm>
            <a:off x="837724" y="1633061"/>
            <a:ext cx="1817727" cy="449818"/>
          </a:xfrm>
          <a:prstGeom prst="roundRect">
            <a:avLst>
              <a:gd fmla="val 17881" name="adj"/>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
          <p:cNvSpPr/>
          <p:nvPr/>
        </p:nvSpPr>
        <p:spPr>
          <a:xfrm>
            <a:off x="981313" y="1704856"/>
            <a:ext cx="1530548" cy="3062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FONCTIONNALITÉS</a:t>
            </a:r>
            <a:endParaRPr b="0" i="0" sz="1500" u="none" cap="none" strike="noStrike"/>
          </a:p>
        </p:txBody>
      </p:sp>
      <p:sp>
        <p:nvSpPr>
          <p:cNvPr id="273" name="Google Shape;273;p30"/>
          <p:cNvSpPr/>
          <p:nvPr/>
        </p:nvSpPr>
        <p:spPr>
          <a:xfrm>
            <a:off x="837724" y="2178606"/>
            <a:ext cx="8484037"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Dashboard Interactif et Intégration API</a:t>
            </a:r>
            <a:endParaRPr b="0" i="0" sz="3500" u="none" cap="none" strike="noStrike"/>
          </a:p>
        </p:txBody>
      </p:sp>
      <p:sp>
        <p:nvSpPr>
          <p:cNvPr id="274" name="Google Shape;274;p30"/>
          <p:cNvSpPr/>
          <p:nvPr/>
        </p:nvSpPr>
        <p:spPr>
          <a:xfrm>
            <a:off x="837724" y="3100864"/>
            <a:ext cx="12954952" cy="3495675"/>
          </a:xfrm>
          <a:prstGeom prst="roundRect">
            <a:avLst>
              <a:gd fmla="val 2876" name="adj"/>
            </a:avLst>
          </a:prstGeom>
          <a:solidFill>
            <a:srgbClr val="F0D4F7"/>
          </a:solidFill>
          <a:ln cap="flat" cmpd="sng" w="952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0"/>
          <p:cNvSpPr/>
          <p:nvPr/>
        </p:nvSpPr>
        <p:spPr>
          <a:xfrm>
            <a:off x="845344" y="3108484"/>
            <a:ext cx="6469856" cy="1740218"/>
          </a:xfrm>
          <a:prstGeom prst="roundRect">
            <a:avLst>
              <a:gd fmla="val 5777" name="adj"/>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
          <p:cNvSpPr/>
          <p:nvPr/>
        </p:nvSpPr>
        <p:spPr>
          <a:xfrm>
            <a:off x="1084659" y="3347799"/>
            <a:ext cx="2968943"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Indicateurs Clés (KPI)</a:t>
            </a:r>
            <a:endParaRPr b="0" i="0" sz="2200" u="none" cap="none" strike="noStrike"/>
          </a:p>
        </p:txBody>
      </p:sp>
      <p:sp>
        <p:nvSpPr>
          <p:cNvPr id="277" name="Google Shape;277;p30"/>
          <p:cNvSpPr/>
          <p:nvPr/>
        </p:nvSpPr>
        <p:spPr>
          <a:xfrm>
            <a:off x="1084659" y="3843337"/>
            <a:ext cx="563213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Total Produits, Stock Total, Valeur du Stock, Total Catégories</a:t>
            </a:r>
            <a:endParaRPr b="0" i="0" sz="1850" u="none" cap="none" strike="noStrike"/>
          </a:p>
        </p:txBody>
      </p:sp>
      <p:sp>
        <p:nvSpPr>
          <p:cNvPr id="278" name="Google Shape;278;p30"/>
          <p:cNvSpPr/>
          <p:nvPr/>
        </p:nvSpPr>
        <p:spPr>
          <a:xfrm>
            <a:off x="7315200" y="3108484"/>
            <a:ext cx="6469856" cy="1740218"/>
          </a:xfrm>
          <a:prstGeom prst="rect">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0"/>
          <p:cNvSpPr/>
          <p:nvPr/>
        </p:nvSpPr>
        <p:spPr>
          <a:xfrm>
            <a:off x="7315200" y="3108484"/>
            <a:ext cx="30480" cy="1740218"/>
          </a:xfrm>
          <a:prstGeom prst="roundRect">
            <a:avLst>
              <a:gd fmla="val 329856"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0"/>
          <p:cNvSpPr/>
          <p:nvPr/>
        </p:nvSpPr>
        <p:spPr>
          <a:xfrm>
            <a:off x="7913608" y="3347799"/>
            <a:ext cx="3352562"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Graphiques Dynamiques</a:t>
            </a:r>
            <a:endParaRPr b="0" i="0" sz="2200" u="none" cap="none" strike="noStrike"/>
          </a:p>
        </p:txBody>
      </p:sp>
      <p:sp>
        <p:nvSpPr>
          <p:cNvPr id="281" name="Google Shape;281;p30"/>
          <p:cNvSpPr/>
          <p:nvPr/>
        </p:nvSpPr>
        <p:spPr>
          <a:xfrm>
            <a:off x="7913608" y="3843337"/>
            <a:ext cx="563213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Répartition des produits par catégorie (Chart.js)</a:t>
            </a:r>
            <a:endParaRPr b="0" i="0" sz="1850" u="none" cap="none" strike="noStrike"/>
          </a:p>
        </p:txBody>
      </p:sp>
      <p:sp>
        <p:nvSpPr>
          <p:cNvPr id="282" name="Google Shape;282;p30"/>
          <p:cNvSpPr/>
          <p:nvPr/>
        </p:nvSpPr>
        <p:spPr>
          <a:xfrm>
            <a:off x="7015996" y="3679388"/>
            <a:ext cx="598408" cy="598408"/>
          </a:xfrm>
          <a:prstGeom prst="roundRect">
            <a:avLst>
              <a:gd fmla="val 16801" name="adj"/>
            </a:avLst>
          </a:prstGeom>
          <a:solidFill>
            <a:srgbClr val="FFFFFF">
              <a:alpha val="94901"/>
            </a:srgbClr>
          </a:solidFill>
          <a:ln cap="flat" cmpd="sng" w="3047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3" name="Google Shape;283;p30"/>
          <p:cNvPicPr preferRelativeResize="0"/>
          <p:nvPr/>
        </p:nvPicPr>
        <p:blipFill rotWithShape="1">
          <a:blip r:embed="rId3">
            <a:alphaModFix/>
          </a:blip>
          <a:srcRect b="0" l="0" r="0" t="0"/>
          <a:stretch/>
        </p:blipFill>
        <p:spPr>
          <a:xfrm>
            <a:off x="7165538" y="3828931"/>
            <a:ext cx="299204" cy="299204"/>
          </a:xfrm>
          <a:prstGeom prst="rect">
            <a:avLst/>
          </a:prstGeom>
          <a:noFill/>
          <a:ln>
            <a:noFill/>
          </a:ln>
        </p:spPr>
      </p:pic>
      <p:sp>
        <p:nvSpPr>
          <p:cNvPr id="284" name="Google Shape;284;p30"/>
          <p:cNvSpPr/>
          <p:nvPr/>
        </p:nvSpPr>
        <p:spPr>
          <a:xfrm>
            <a:off x="845344" y="4848701"/>
            <a:ext cx="6469856" cy="1740218"/>
          </a:xfrm>
          <a:prstGeom prst="rect">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0"/>
          <p:cNvSpPr/>
          <p:nvPr/>
        </p:nvSpPr>
        <p:spPr>
          <a:xfrm>
            <a:off x="845344" y="4848701"/>
            <a:ext cx="6469856" cy="30480"/>
          </a:xfrm>
          <a:prstGeom prst="roundRect">
            <a:avLst>
              <a:gd fmla="val 329856"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
          <p:cNvSpPr/>
          <p:nvPr/>
        </p:nvSpPr>
        <p:spPr>
          <a:xfrm>
            <a:off x="1084659" y="5088017"/>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Import API Externe</a:t>
            </a:r>
            <a:endParaRPr b="0" i="0" sz="2200" u="none" cap="none" strike="noStrike"/>
          </a:p>
        </p:txBody>
      </p:sp>
      <p:sp>
        <p:nvSpPr>
          <p:cNvPr id="287" name="Google Shape;287;p30"/>
          <p:cNvSpPr/>
          <p:nvPr/>
        </p:nvSpPr>
        <p:spPr>
          <a:xfrm>
            <a:off x="1084659" y="5583555"/>
            <a:ext cx="563213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Intégration de l'API FakeStore pour importer des produits</a:t>
            </a:r>
            <a:endParaRPr b="0" i="0" sz="1850" u="none" cap="none" strike="noStrike"/>
          </a:p>
        </p:txBody>
      </p:sp>
      <p:sp>
        <p:nvSpPr>
          <p:cNvPr id="288" name="Google Shape;288;p30"/>
          <p:cNvSpPr/>
          <p:nvPr/>
        </p:nvSpPr>
        <p:spPr>
          <a:xfrm>
            <a:off x="7315200" y="4848701"/>
            <a:ext cx="6469856" cy="1740218"/>
          </a:xfrm>
          <a:prstGeom prst="rect">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0"/>
          <p:cNvSpPr/>
          <p:nvPr/>
        </p:nvSpPr>
        <p:spPr>
          <a:xfrm>
            <a:off x="7315200" y="4848701"/>
            <a:ext cx="30480" cy="1740218"/>
          </a:xfrm>
          <a:prstGeom prst="roundRect">
            <a:avLst>
              <a:gd fmla="val 329856"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0"/>
          <p:cNvSpPr/>
          <p:nvPr/>
        </p:nvSpPr>
        <p:spPr>
          <a:xfrm>
            <a:off x="7315200" y="4848701"/>
            <a:ext cx="6469856" cy="30480"/>
          </a:xfrm>
          <a:prstGeom prst="roundRect">
            <a:avLst>
              <a:gd fmla="val 329856" name="adj"/>
            </a:avLst>
          </a:prstGeom>
          <a:solidFill>
            <a:srgbClr val="D6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0"/>
          <p:cNvSpPr/>
          <p:nvPr/>
        </p:nvSpPr>
        <p:spPr>
          <a:xfrm>
            <a:off x="7913608" y="5088017"/>
            <a:ext cx="3815834"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Catégorisation Automatique</a:t>
            </a:r>
            <a:endParaRPr b="0" i="0" sz="2200" u="none" cap="none" strike="noStrike"/>
          </a:p>
        </p:txBody>
      </p:sp>
      <p:sp>
        <p:nvSpPr>
          <p:cNvPr id="292" name="Google Shape;292;p30"/>
          <p:cNvSpPr/>
          <p:nvPr/>
        </p:nvSpPr>
        <p:spPr>
          <a:xfrm>
            <a:off x="7913608" y="5583555"/>
            <a:ext cx="563213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Création automatique de catégories lors de l'import API</a:t>
            </a:r>
            <a:endParaRPr b="0" i="0" sz="1850" u="none" cap="none" strike="noStrike"/>
          </a:p>
        </p:txBody>
      </p:sp>
      <p:sp>
        <p:nvSpPr>
          <p:cNvPr id="293" name="Google Shape;293;p30"/>
          <p:cNvSpPr/>
          <p:nvPr/>
        </p:nvSpPr>
        <p:spPr>
          <a:xfrm>
            <a:off x="7015996" y="5419606"/>
            <a:ext cx="598408" cy="598408"/>
          </a:xfrm>
          <a:prstGeom prst="roundRect">
            <a:avLst>
              <a:gd fmla="val 16801" name="adj"/>
            </a:avLst>
          </a:prstGeom>
          <a:solidFill>
            <a:srgbClr val="FFFFFF">
              <a:alpha val="94901"/>
            </a:srgbClr>
          </a:solidFill>
          <a:ln cap="flat" cmpd="sng" w="3047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4" name="Google Shape;294;p30"/>
          <p:cNvPicPr preferRelativeResize="0"/>
          <p:nvPr/>
        </p:nvPicPr>
        <p:blipFill rotWithShape="1">
          <a:blip r:embed="rId4">
            <a:alphaModFix/>
          </a:blip>
          <a:srcRect b="0" l="0" r="0" t="0"/>
          <a:stretch/>
        </p:blipFill>
        <p:spPr>
          <a:xfrm>
            <a:off x="7165538" y="5569148"/>
            <a:ext cx="299204" cy="299204"/>
          </a:xfrm>
          <a:prstGeom prst="rect">
            <a:avLst/>
          </a:prstGeom>
          <a:noFill/>
          <a:ln>
            <a:noFill/>
          </a:ln>
        </p:spPr>
      </p:pic>
      <p:sp>
        <p:nvSpPr>
          <p:cNvPr id="295" name="Google Shape;295;p30"/>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1"/>
          <p:cNvSpPr/>
          <p:nvPr/>
        </p:nvSpPr>
        <p:spPr>
          <a:xfrm>
            <a:off x="837724" y="1460063"/>
            <a:ext cx="900470" cy="449818"/>
          </a:xfrm>
          <a:prstGeom prst="roundRect">
            <a:avLst>
              <a:gd fmla="val 17881"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1"/>
          <p:cNvSpPr/>
          <p:nvPr/>
        </p:nvSpPr>
        <p:spPr>
          <a:xfrm>
            <a:off x="981313" y="1531858"/>
            <a:ext cx="613291" cy="3062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DESIGN</a:t>
            </a:r>
            <a:endParaRPr b="0" i="0" sz="1500" u="none" cap="none" strike="noStrike"/>
          </a:p>
        </p:txBody>
      </p:sp>
      <p:sp>
        <p:nvSpPr>
          <p:cNvPr id="303" name="Google Shape;303;p31"/>
          <p:cNvSpPr/>
          <p:nvPr/>
        </p:nvSpPr>
        <p:spPr>
          <a:xfrm>
            <a:off x="837724" y="2005608"/>
            <a:ext cx="9460349"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Interface Utilisateur Intuitive et Responsive</a:t>
            </a:r>
            <a:endParaRPr b="0" i="0" sz="3500" u="none" cap="none" strike="noStrike"/>
          </a:p>
        </p:txBody>
      </p:sp>
      <p:sp>
        <p:nvSpPr>
          <p:cNvPr id="304" name="Google Shape;304;p31"/>
          <p:cNvSpPr/>
          <p:nvPr/>
        </p:nvSpPr>
        <p:spPr>
          <a:xfrm>
            <a:off x="837724" y="2927866"/>
            <a:ext cx="6357818" cy="1801177"/>
          </a:xfrm>
          <a:prstGeom prst="roundRect">
            <a:avLst>
              <a:gd fmla="val 8123" name="adj"/>
            </a:avLst>
          </a:prstGeom>
          <a:solidFill>
            <a:srgbClr val="FFFFFF">
              <a:alpha val="94901"/>
            </a:srgbClr>
          </a:solidFill>
          <a:ln cap="flat" cmpd="sng" w="3047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1"/>
          <p:cNvSpPr/>
          <p:nvPr/>
        </p:nvSpPr>
        <p:spPr>
          <a:xfrm>
            <a:off x="807244" y="2927866"/>
            <a:ext cx="121920" cy="1801177"/>
          </a:xfrm>
          <a:prstGeom prst="roundRect">
            <a:avLst>
              <a:gd fmla="val 82464"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1"/>
          <p:cNvSpPr/>
          <p:nvPr/>
        </p:nvSpPr>
        <p:spPr>
          <a:xfrm>
            <a:off x="1198959" y="3197662"/>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Design Épuré</a:t>
            </a:r>
            <a:endParaRPr b="0" i="0" sz="2200" u="none" cap="none" strike="noStrike"/>
          </a:p>
        </p:txBody>
      </p:sp>
      <p:sp>
        <p:nvSpPr>
          <p:cNvPr id="307" name="Google Shape;307;p31"/>
          <p:cNvSpPr/>
          <p:nvPr/>
        </p:nvSpPr>
        <p:spPr>
          <a:xfrm>
            <a:off x="1198959" y="3693200"/>
            <a:ext cx="5726787"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Interface de type backoffice moderne et professionnelle.</a:t>
            </a:r>
            <a:endParaRPr b="0" i="0" sz="1850" u="none" cap="none" strike="noStrike"/>
          </a:p>
        </p:txBody>
      </p:sp>
      <p:sp>
        <p:nvSpPr>
          <p:cNvPr id="308" name="Google Shape;308;p31"/>
          <p:cNvSpPr/>
          <p:nvPr/>
        </p:nvSpPr>
        <p:spPr>
          <a:xfrm>
            <a:off x="7434858" y="2927866"/>
            <a:ext cx="6357818" cy="1801177"/>
          </a:xfrm>
          <a:prstGeom prst="roundRect">
            <a:avLst>
              <a:gd fmla="val 8123" name="adj"/>
            </a:avLst>
          </a:prstGeom>
          <a:solidFill>
            <a:srgbClr val="FFFFFF">
              <a:alpha val="94901"/>
            </a:srgbClr>
          </a:solidFill>
          <a:ln cap="flat" cmpd="sng" w="3047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1"/>
          <p:cNvSpPr/>
          <p:nvPr/>
        </p:nvSpPr>
        <p:spPr>
          <a:xfrm>
            <a:off x="7404378" y="2927866"/>
            <a:ext cx="121920" cy="1801177"/>
          </a:xfrm>
          <a:prstGeom prst="roundRect">
            <a:avLst>
              <a:gd fmla="val 82464"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1"/>
          <p:cNvSpPr/>
          <p:nvPr/>
        </p:nvSpPr>
        <p:spPr>
          <a:xfrm>
            <a:off x="7796093" y="3197662"/>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Navigation Facile</a:t>
            </a:r>
            <a:endParaRPr b="0" i="0" sz="2200" u="none" cap="none" strike="noStrike"/>
          </a:p>
        </p:txBody>
      </p:sp>
      <p:sp>
        <p:nvSpPr>
          <p:cNvPr id="311" name="Google Shape;311;p31"/>
          <p:cNvSpPr/>
          <p:nvPr/>
        </p:nvSpPr>
        <p:spPr>
          <a:xfrm>
            <a:off x="7796093" y="3693200"/>
            <a:ext cx="572678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Sidebar verticale et Navbar supérieure pour une navigation fluide.</a:t>
            </a:r>
            <a:endParaRPr b="0" i="0" sz="1850" u="none" cap="none" strike="noStrike"/>
          </a:p>
        </p:txBody>
      </p:sp>
      <p:sp>
        <p:nvSpPr>
          <p:cNvPr id="312" name="Google Shape;312;p31"/>
          <p:cNvSpPr/>
          <p:nvPr/>
        </p:nvSpPr>
        <p:spPr>
          <a:xfrm>
            <a:off x="837724" y="4968359"/>
            <a:ext cx="6357818" cy="1801177"/>
          </a:xfrm>
          <a:prstGeom prst="roundRect">
            <a:avLst>
              <a:gd fmla="val 8123" name="adj"/>
            </a:avLst>
          </a:prstGeom>
          <a:solidFill>
            <a:srgbClr val="FFFFFF">
              <a:alpha val="94901"/>
            </a:srgbClr>
          </a:solidFill>
          <a:ln cap="flat" cmpd="sng" w="3047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1"/>
          <p:cNvSpPr/>
          <p:nvPr/>
        </p:nvSpPr>
        <p:spPr>
          <a:xfrm>
            <a:off x="807244" y="4968359"/>
            <a:ext cx="121920" cy="1801177"/>
          </a:xfrm>
          <a:prstGeom prst="roundRect">
            <a:avLst>
              <a:gd fmla="val 82464"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p:nvPr/>
        </p:nvSpPr>
        <p:spPr>
          <a:xfrm>
            <a:off x="1198959" y="5238155"/>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Adaptation Parfaite</a:t>
            </a:r>
            <a:endParaRPr b="0" i="0" sz="2200" u="none" cap="none" strike="noStrike"/>
          </a:p>
        </p:txBody>
      </p:sp>
      <p:sp>
        <p:nvSpPr>
          <p:cNvPr id="315" name="Google Shape;315;p31"/>
          <p:cNvSpPr/>
          <p:nvPr/>
        </p:nvSpPr>
        <p:spPr>
          <a:xfrm>
            <a:off x="1198959" y="5733693"/>
            <a:ext cx="572678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Responsive design pour une expérience optimale sur mobile, tablette et desktop.</a:t>
            </a:r>
            <a:endParaRPr b="0" i="0" sz="1850" u="none" cap="none" strike="noStrike"/>
          </a:p>
        </p:txBody>
      </p:sp>
      <p:sp>
        <p:nvSpPr>
          <p:cNvPr id="316" name="Google Shape;316;p31"/>
          <p:cNvSpPr/>
          <p:nvPr/>
        </p:nvSpPr>
        <p:spPr>
          <a:xfrm>
            <a:off x="7434858" y="4968359"/>
            <a:ext cx="6357818" cy="1801177"/>
          </a:xfrm>
          <a:prstGeom prst="roundRect">
            <a:avLst>
              <a:gd fmla="val 8123" name="adj"/>
            </a:avLst>
          </a:prstGeom>
          <a:solidFill>
            <a:srgbClr val="FFFFFF">
              <a:alpha val="94901"/>
            </a:srgbClr>
          </a:solidFill>
          <a:ln cap="flat" cmpd="sng" w="3047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a:off x="7404378" y="4968359"/>
            <a:ext cx="121920" cy="1801177"/>
          </a:xfrm>
          <a:prstGeom prst="roundRect">
            <a:avLst>
              <a:gd fmla="val 82464" name="adj"/>
            </a:avLst>
          </a:prstGeom>
          <a:solidFill>
            <a:srgbClr val="A4C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a:off x="7796093" y="5238155"/>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Composants Riches</a:t>
            </a:r>
            <a:endParaRPr b="0" i="0" sz="2200" u="none" cap="none" strike="noStrike"/>
          </a:p>
        </p:txBody>
      </p:sp>
      <p:sp>
        <p:nvSpPr>
          <p:cNvPr id="319" name="Google Shape;319;p31"/>
          <p:cNvSpPr/>
          <p:nvPr/>
        </p:nvSpPr>
        <p:spPr>
          <a:xfrm>
            <a:off x="7796093" y="5733693"/>
            <a:ext cx="572678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Cartes KPI, graphiques interactifs, formulaires validés, modaux et alertes toast.</a:t>
            </a:r>
            <a:endParaRPr b="0" i="0" sz="1850" u="none" cap="none" strike="noStrike"/>
          </a:p>
        </p:txBody>
      </p:sp>
      <p:sp>
        <p:nvSpPr>
          <p:cNvPr id="320" name="Google Shape;320;p31"/>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2"/>
          <p:cNvSpPr/>
          <p:nvPr/>
        </p:nvSpPr>
        <p:spPr>
          <a:xfrm>
            <a:off x="1945243" y="496133"/>
            <a:ext cx="1545312" cy="338971"/>
          </a:xfrm>
          <a:prstGeom prst="roundRect">
            <a:avLst>
              <a:gd fmla="val 17883" name="adj"/>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2"/>
          <p:cNvSpPr/>
          <p:nvPr/>
        </p:nvSpPr>
        <p:spPr>
          <a:xfrm>
            <a:off x="2053471" y="550188"/>
            <a:ext cx="1328857" cy="230862"/>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72525"/>
              </a:buClr>
              <a:buSzPts val="1100"/>
              <a:buFont typeface="Source Sans 3"/>
              <a:buNone/>
            </a:pPr>
            <a:r>
              <a:rPr b="0" i="0" lang="en-US" sz="1100" u="none" cap="none" strike="noStrike">
                <a:solidFill>
                  <a:srgbClr val="272525"/>
                </a:solidFill>
                <a:latin typeface="Source Sans 3"/>
                <a:ea typeface="Source Sans 3"/>
                <a:cs typeface="Source Sans 3"/>
                <a:sym typeface="Source Sans 3"/>
              </a:rPr>
              <a:t>DÉTAILS TECHNIQUES</a:t>
            </a:r>
            <a:endParaRPr b="0" i="0" sz="1100" u="none" cap="none" strike="noStrike"/>
          </a:p>
        </p:txBody>
      </p:sp>
      <p:sp>
        <p:nvSpPr>
          <p:cNvPr id="328" name="Google Shape;328;p32"/>
          <p:cNvSpPr/>
          <p:nvPr/>
        </p:nvSpPr>
        <p:spPr>
          <a:xfrm>
            <a:off x="1945243" y="1069581"/>
            <a:ext cx="8127300" cy="424500"/>
          </a:xfrm>
          <a:prstGeom prst="rect">
            <a:avLst/>
          </a:prstGeom>
          <a:solidFill>
            <a:srgbClr val="F0D4F7"/>
          </a:solid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2650"/>
              <a:buFont typeface="Source Serif 4"/>
              <a:buNone/>
            </a:pPr>
            <a:r>
              <a:rPr b="0" i="0" lang="en-US" sz="2650" u="none" cap="none" strike="noStrike">
                <a:solidFill>
                  <a:srgbClr val="000000"/>
                </a:solidFill>
                <a:latin typeface="Source Serif 4"/>
                <a:ea typeface="Source Serif 4"/>
                <a:cs typeface="Source Serif 4"/>
                <a:sym typeface="Source Serif 4"/>
              </a:rPr>
              <a:t>Robustesse et Bonne Pratiques de Développement</a:t>
            </a:r>
            <a:endParaRPr b="0" i="0" sz="2650" u="none" cap="none" strike="noStrike"/>
          </a:p>
        </p:txBody>
      </p:sp>
      <p:sp>
        <p:nvSpPr>
          <p:cNvPr id="329" name="Google Shape;329;p32"/>
          <p:cNvSpPr/>
          <p:nvPr/>
        </p:nvSpPr>
        <p:spPr>
          <a:xfrm>
            <a:off x="1945243" y="1602224"/>
            <a:ext cx="721638" cy="1082397"/>
          </a:xfrm>
          <a:prstGeom prst="roundRect">
            <a:avLst>
              <a:gd fmla="val 360007" name="adj"/>
            </a:avLst>
          </a:prstGeom>
          <a:solidFill>
            <a:srgbClr val="F0D4F7"/>
          </a:solidFill>
          <a:ln cap="flat" cmpd="sng" w="952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2"/>
          <p:cNvSpPr/>
          <p:nvPr/>
        </p:nvSpPr>
        <p:spPr>
          <a:xfrm>
            <a:off x="2170748" y="1974294"/>
            <a:ext cx="270510" cy="33825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2100"/>
              <a:buFont typeface="Source Serif 4"/>
              <a:buNone/>
            </a:pPr>
            <a:r>
              <a:rPr b="0" i="0" lang="en-US" sz="2100" u="none" cap="none" strike="noStrike">
                <a:solidFill>
                  <a:srgbClr val="272525"/>
                </a:solidFill>
                <a:latin typeface="Source Serif 4"/>
                <a:ea typeface="Source Serif 4"/>
                <a:cs typeface="Source Serif 4"/>
                <a:sym typeface="Source Serif 4"/>
              </a:rPr>
              <a:t>1</a:t>
            </a:r>
            <a:endParaRPr b="0" i="0" sz="2100" u="none" cap="none" strike="noStrike"/>
          </a:p>
        </p:txBody>
      </p:sp>
      <p:sp>
        <p:nvSpPr>
          <p:cNvPr id="331" name="Google Shape;331;p32"/>
          <p:cNvSpPr/>
          <p:nvPr/>
        </p:nvSpPr>
        <p:spPr>
          <a:xfrm>
            <a:off x="2847261" y="1782604"/>
            <a:ext cx="3027521" cy="265271"/>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Source Serif 4"/>
              <a:buNone/>
            </a:pPr>
            <a:r>
              <a:rPr b="0" i="0" lang="en-US" sz="1650" u="none" cap="none" strike="noStrike">
                <a:solidFill>
                  <a:srgbClr val="272525"/>
                </a:solidFill>
                <a:latin typeface="Source Serif 4"/>
                <a:ea typeface="Source Serif 4"/>
                <a:cs typeface="Source Serif 4"/>
                <a:sym typeface="Source Serif 4"/>
              </a:rPr>
              <a:t>Architecture Orientée Classes</a:t>
            </a:r>
            <a:endParaRPr b="0" i="0" sz="1650" u="none" cap="none" strike="noStrike"/>
          </a:p>
        </p:txBody>
      </p:sp>
      <p:sp>
        <p:nvSpPr>
          <p:cNvPr id="332" name="Google Shape;332;p32"/>
          <p:cNvSpPr/>
          <p:nvPr/>
        </p:nvSpPr>
        <p:spPr>
          <a:xfrm>
            <a:off x="2847261" y="2156103"/>
            <a:ext cx="9837777" cy="28860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Source Sans 3"/>
              <a:buNone/>
            </a:pPr>
            <a:r>
              <a:rPr b="0" i="0" lang="en-US" sz="1400" u="none" cap="none" strike="noStrike">
                <a:solidFill>
                  <a:srgbClr val="272525"/>
                </a:solidFill>
                <a:latin typeface="Source Sans 3"/>
                <a:ea typeface="Source Sans 3"/>
                <a:cs typeface="Source Sans 3"/>
                <a:sym typeface="Source Sans 3"/>
              </a:rPr>
              <a:t>Utilisation d'ES6 pour un code modulaire et maintenable.</a:t>
            </a:r>
            <a:endParaRPr b="0" i="0" sz="1400" u="none" cap="none" strike="noStrike"/>
          </a:p>
        </p:txBody>
      </p:sp>
      <p:sp>
        <p:nvSpPr>
          <p:cNvPr id="333" name="Google Shape;333;p32"/>
          <p:cNvSpPr/>
          <p:nvPr/>
        </p:nvSpPr>
        <p:spPr>
          <a:xfrm>
            <a:off x="1945243" y="2865001"/>
            <a:ext cx="721638" cy="1082397"/>
          </a:xfrm>
          <a:prstGeom prst="roundRect">
            <a:avLst>
              <a:gd fmla="val 360007" name="adj"/>
            </a:avLst>
          </a:prstGeom>
          <a:solidFill>
            <a:srgbClr val="F0D4F7"/>
          </a:solidFill>
          <a:ln cap="flat" cmpd="sng" w="952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2"/>
          <p:cNvSpPr/>
          <p:nvPr/>
        </p:nvSpPr>
        <p:spPr>
          <a:xfrm>
            <a:off x="2170748" y="3237071"/>
            <a:ext cx="270510" cy="33825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2100"/>
              <a:buFont typeface="Source Serif 4"/>
              <a:buNone/>
            </a:pPr>
            <a:r>
              <a:rPr b="0" i="0" lang="en-US" sz="2100" u="none" cap="none" strike="noStrike">
                <a:solidFill>
                  <a:srgbClr val="272525"/>
                </a:solidFill>
                <a:latin typeface="Source Serif 4"/>
                <a:ea typeface="Source Serif 4"/>
                <a:cs typeface="Source Serif 4"/>
                <a:sym typeface="Source Serif 4"/>
              </a:rPr>
              <a:t>2</a:t>
            </a:r>
            <a:endParaRPr b="0" i="0" sz="2100" u="none" cap="none" strike="noStrike"/>
          </a:p>
        </p:txBody>
      </p:sp>
      <p:sp>
        <p:nvSpPr>
          <p:cNvPr id="335" name="Google Shape;335;p32"/>
          <p:cNvSpPr/>
          <p:nvPr/>
        </p:nvSpPr>
        <p:spPr>
          <a:xfrm>
            <a:off x="2847261" y="3045381"/>
            <a:ext cx="2122408" cy="265271"/>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Source Serif 4"/>
              <a:buNone/>
            </a:pPr>
            <a:r>
              <a:rPr b="0" i="0" lang="en-US" sz="1650" u="none" cap="none" strike="noStrike">
                <a:solidFill>
                  <a:srgbClr val="272525"/>
                </a:solidFill>
                <a:latin typeface="Source Serif 4"/>
                <a:ea typeface="Source Serif 4"/>
                <a:cs typeface="Source Serif 4"/>
                <a:sym typeface="Source Serif 4"/>
              </a:rPr>
              <a:t>Gestion d'État</a:t>
            </a:r>
            <a:endParaRPr b="0" i="0" sz="1650" u="none" cap="none" strike="noStrike"/>
          </a:p>
        </p:txBody>
      </p:sp>
      <p:sp>
        <p:nvSpPr>
          <p:cNvPr id="336" name="Google Shape;336;p32"/>
          <p:cNvSpPr/>
          <p:nvPr/>
        </p:nvSpPr>
        <p:spPr>
          <a:xfrm>
            <a:off x="2847261" y="3418880"/>
            <a:ext cx="9837777" cy="28860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Source Sans 3"/>
              <a:buNone/>
            </a:pPr>
            <a:r>
              <a:rPr b="0" i="0" lang="en-US" sz="1400" u="none" cap="none" strike="noStrike">
                <a:solidFill>
                  <a:srgbClr val="272525"/>
                </a:solidFill>
                <a:latin typeface="Source Sans 3"/>
                <a:ea typeface="Source Sans 3"/>
                <a:cs typeface="Source Sans 3"/>
                <a:sym typeface="Source Sans 3"/>
              </a:rPr>
              <a:t>Persistance des données via LocalStorage pour une expérience utilisateur continue.</a:t>
            </a:r>
            <a:endParaRPr b="0" i="0" sz="1400" u="none" cap="none" strike="noStrike"/>
          </a:p>
        </p:txBody>
      </p:sp>
      <p:sp>
        <p:nvSpPr>
          <p:cNvPr id="337" name="Google Shape;337;p32"/>
          <p:cNvSpPr/>
          <p:nvPr/>
        </p:nvSpPr>
        <p:spPr>
          <a:xfrm>
            <a:off x="1945243" y="4127778"/>
            <a:ext cx="721638" cy="1082397"/>
          </a:xfrm>
          <a:prstGeom prst="roundRect">
            <a:avLst>
              <a:gd fmla="val 360007" name="adj"/>
            </a:avLst>
          </a:prstGeom>
          <a:solidFill>
            <a:srgbClr val="F0D4F7"/>
          </a:solidFill>
          <a:ln cap="flat" cmpd="sng" w="952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2"/>
          <p:cNvSpPr/>
          <p:nvPr/>
        </p:nvSpPr>
        <p:spPr>
          <a:xfrm>
            <a:off x="2170748" y="4499848"/>
            <a:ext cx="270510" cy="33825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2100"/>
              <a:buFont typeface="Source Serif 4"/>
              <a:buNone/>
            </a:pPr>
            <a:r>
              <a:rPr b="0" i="0" lang="en-US" sz="2100" u="none" cap="none" strike="noStrike">
                <a:solidFill>
                  <a:srgbClr val="272525"/>
                </a:solidFill>
                <a:latin typeface="Source Serif 4"/>
                <a:ea typeface="Source Serif 4"/>
                <a:cs typeface="Source Serif 4"/>
                <a:sym typeface="Source Serif 4"/>
              </a:rPr>
              <a:t>3</a:t>
            </a:r>
            <a:endParaRPr b="0" i="0" sz="2100" u="none" cap="none" strike="noStrike"/>
          </a:p>
        </p:txBody>
      </p:sp>
      <p:sp>
        <p:nvSpPr>
          <p:cNvPr id="339" name="Google Shape;339;p32"/>
          <p:cNvSpPr/>
          <p:nvPr/>
        </p:nvSpPr>
        <p:spPr>
          <a:xfrm>
            <a:off x="2847261" y="4308158"/>
            <a:ext cx="2122408" cy="265271"/>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Source Serif 4"/>
              <a:buNone/>
            </a:pPr>
            <a:r>
              <a:rPr b="0" i="0" lang="en-US" sz="1650" u="none" cap="none" strike="noStrike">
                <a:solidFill>
                  <a:srgbClr val="272525"/>
                </a:solidFill>
                <a:latin typeface="Source Serif 4"/>
                <a:ea typeface="Source Serif 4"/>
                <a:cs typeface="Source Serif 4"/>
                <a:sym typeface="Source Serif 4"/>
              </a:rPr>
              <a:t>Navigation SPA</a:t>
            </a:r>
            <a:endParaRPr b="0" i="0" sz="1650" u="none" cap="none" strike="noStrike"/>
          </a:p>
        </p:txBody>
      </p:sp>
      <p:sp>
        <p:nvSpPr>
          <p:cNvPr id="340" name="Google Shape;340;p32"/>
          <p:cNvSpPr/>
          <p:nvPr/>
        </p:nvSpPr>
        <p:spPr>
          <a:xfrm>
            <a:off x="2847261" y="4681657"/>
            <a:ext cx="9837777" cy="28860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Source Sans 3"/>
              <a:buNone/>
            </a:pPr>
            <a:r>
              <a:rPr b="0" i="0" lang="en-US" sz="1400" u="none" cap="none" strike="noStrike">
                <a:solidFill>
                  <a:srgbClr val="272525"/>
                </a:solidFill>
                <a:latin typeface="Source Sans 3"/>
                <a:ea typeface="Source Sans 3"/>
                <a:cs typeface="Source Sans 3"/>
                <a:sym typeface="Source Sans 3"/>
              </a:rPr>
              <a:t>Expérience utilisateur sans rechargement de page pour une fluidité maximale.</a:t>
            </a:r>
            <a:endParaRPr b="0" i="0" sz="1400" u="none" cap="none" strike="noStrike"/>
          </a:p>
        </p:txBody>
      </p:sp>
      <p:sp>
        <p:nvSpPr>
          <p:cNvPr id="341" name="Google Shape;341;p32"/>
          <p:cNvSpPr/>
          <p:nvPr/>
        </p:nvSpPr>
        <p:spPr>
          <a:xfrm>
            <a:off x="1945243" y="5390555"/>
            <a:ext cx="721638" cy="1082397"/>
          </a:xfrm>
          <a:prstGeom prst="roundRect">
            <a:avLst>
              <a:gd fmla="val 360007" name="adj"/>
            </a:avLst>
          </a:prstGeom>
          <a:solidFill>
            <a:srgbClr val="F0D4F7"/>
          </a:solidFill>
          <a:ln cap="flat" cmpd="sng" w="952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2"/>
          <p:cNvSpPr/>
          <p:nvPr/>
        </p:nvSpPr>
        <p:spPr>
          <a:xfrm>
            <a:off x="2170748" y="5762625"/>
            <a:ext cx="270510" cy="33825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2100"/>
              <a:buFont typeface="Source Serif 4"/>
              <a:buNone/>
            </a:pPr>
            <a:r>
              <a:rPr b="0" i="0" lang="en-US" sz="2100" u="none" cap="none" strike="noStrike">
                <a:solidFill>
                  <a:srgbClr val="272525"/>
                </a:solidFill>
                <a:latin typeface="Source Serif 4"/>
                <a:ea typeface="Source Serif 4"/>
                <a:cs typeface="Source Serif 4"/>
                <a:sym typeface="Source Serif 4"/>
              </a:rPr>
              <a:t>4</a:t>
            </a:r>
            <a:endParaRPr b="0" i="0" sz="2100" u="none" cap="none" strike="noStrike"/>
          </a:p>
        </p:txBody>
      </p:sp>
      <p:sp>
        <p:nvSpPr>
          <p:cNvPr id="343" name="Google Shape;343;p32"/>
          <p:cNvSpPr/>
          <p:nvPr/>
        </p:nvSpPr>
        <p:spPr>
          <a:xfrm>
            <a:off x="2847261" y="5570934"/>
            <a:ext cx="2122408" cy="265271"/>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Source Serif 4"/>
              <a:buNone/>
            </a:pPr>
            <a:r>
              <a:rPr b="0" i="0" lang="en-US" sz="1650" u="none" cap="none" strike="noStrike">
                <a:solidFill>
                  <a:srgbClr val="272525"/>
                </a:solidFill>
                <a:latin typeface="Source Serif 4"/>
                <a:ea typeface="Source Serif 4"/>
                <a:cs typeface="Source Serif 4"/>
                <a:sym typeface="Source Serif 4"/>
              </a:rPr>
              <a:t>Validation Avancée</a:t>
            </a:r>
            <a:endParaRPr b="0" i="0" sz="1650" u="none" cap="none" strike="noStrike"/>
          </a:p>
        </p:txBody>
      </p:sp>
      <p:sp>
        <p:nvSpPr>
          <p:cNvPr id="344" name="Google Shape;344;p32"/>
          <p:cNvSpPr/>
          <p:nvPr/>
        </p:nvSpPr>
        <p:spPr>
          <a:xfrm>
            <a:off x="2847261" y="5944433"/>
            <a:ext cx="9837777" cy="28860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Source Sans 3"/>
              <a:buNone/>
            </a:pPr>
            <a:r>
              <a:rPr b="0" i="0" lang="en-US" sz="1400" u="none" cap="none" strike="noStrike">
                <a:solidFill>
                  <a:srgbClr val="272525"/>
                </a:solidFill>
                <a:latin typeface="Source Sans 3"/>
                <a:ea typeface="Source Sans 3"/>
                <a:cs typeface="Source Sans 3"/>
                <a:sym typeface="Source Sans 3"/>
              </a:rPr>
              <a:t>Formulaires validés côté client pour une saisie de données fiable.</a:t>
            </a:r>
            <a:endParaRPr b="0" i="0" sz="1400" u="none" cap="none" strike="noStrike"/>
          </a:p>
        </p:txBody>
      </p:sp>
      <p:sp>
        <p:nvSpPr>
          <p:cNvPr id="345" name="Google Shape;345;p32"/>
          <p:cNvSpPr/>
          <p:nvPr/>
        </p:nvSpPr>
        <p:spPr>
          <a:xfrm>
            <a:off x="1945243" y="6653332"/>
            <a:ext cx="721638" cy="1082397"/>
          </a:xfrm>
          <a:prstGeom prst="roundRect">
            <a:avLst>
              <a:gd fmla="val 360007" name="adj"/>
            </a:avLst>
          </a:prstGeom>
          <a:solidFill>
            <a:srgbClr val="F0D4F7"/>
          </a:solidFill>
          <a:ln cap="flat" cmpd="sng" w="9525">
            <a:solidFill>
              <a:srgbClr val="D6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2"/>
          <p:cNvSpPr/>
          <p:nvPr/>
        </p:nvSpPr>
        <p:spPr>
          <a:xfrm>
            <a:off x="2170748" y="7025402"/>
            <a:ext cx="270510" cy="33825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2100"/>
              <a:buFont typeface="Source Serif 4"/>
              <a:buNone/>
            </a:pPr>
            <a:r>
              <a:rPr b="0" i="0" lang="en-US" sz="2100" u="none" cap="none" strike="noStrike">
                <a:solidFill>
                  <a:srgbClr val="272525"/>
                </a:solidFill>
                <a:latin typeface="Source Serif 4"/>
                <a:ea typeface="Source Serif 4"/>
                <a:cs typeface="Source Serif 4"/>
                <a:sym typeface="Source Serif 4"/>
              </a:rPr>
              <a:t>5</a:t>
            </a:r>
            <a:endParaRPr b="0" i="0" sz="2100" u="none" cap="none" strike="noStrike"/>
          </a:p>
        </p:txBody>
      </p:sp>
      <p:sp>
        <p:nvSpPr>
          <p:cNvPr id="347" name="Google Shape;347;p32"/>
          <p:cNvSpPr/>
          <p:nvPr/>
        </p:nvSpPr>
        <p:spPr>
          <a:xfrm>
            <a:off x="2847261" y="6833711"/>
            <a:ext cx="2122408" cy="265271"/>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Source Serif 4"/>
              <a:buNone/>
            </a:pPr>
            <a:r>
              <a:rPr b="0" i="0" lang="en-US" sz="1650" u="none" cap="none" strike="noStrike">
                <a:solidFill>
                  <a:srgbClr val="272525"/>
                </a:solidFill>
                <a:latin typeface="Source Serif 4"/>
                <a:ea typeface="Source Serif 4"/>
                <a:cs typeface="Source Serif 4"/>
                <a:sym typeface="Source Serif 4"/>
              </a:rPr>
              <a:t>Sécurité XSS</a:t>
            </a:r>
            <a:endParaRPr b="0" i="0" sz="1650" u="none" cap="none" strike="noStrike"/>
          </a:p>
        </p:txBody>
      </p:sp>
      <p:sp>
        <p:nvSpPr>
          <p:cNvPr id="348" name="Google Shape;348;p32"/>
          <p:cNvSpPr/>
          <p:nvPr/>
        </p:nvSpPr>
        <p:spPr>
          <a:xfrm>
            <a:off x="2847261" y="7207210"/>
            <a:ext cx="9837777" cy="28860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72525"/>
              </a:buClr>
              <a:buSzPts val="1400"/>
              <a:buFont typeface="Source Sans 3"/>
              <a:buNone/>
            </a:pPr>
            <a:r>
              <a:rPr b="0" i="0" lang="en-US" sz="1400" u="none" cap="none" strike="noStrike">
                <a:solidFill>
                  <a:srgbClr val="272525"/>
                </a:solidFill>
                <a:latin typeface="Source Sans 3"/>
                <a:ea typeface="Source Sans 3"/>
                <a:cs typeface="Source Sans 3"/>
                <a:sym typeface="Source Sans 3"/>
              </a:rPr>
              <a:t>Mécanismes d'échappement HTML pour prévenir les failles de sécurité.</a:t>
            </a:r>
            <a:endParaRPr b="0" i="0" sz="1400" u="none" cap="none" strike="noStrike"/>
          </a:p>
        </p:txBody>
      </p:sp>
      <p:sp>
        <p:nvSpPr>
          <p:cNvPr id="349" name="Google Shape;349;p32"/>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p:nvPr/>
        </p:nvSpPr>
        <p:spPr>
          <a:xfrm>
            <a:off x="837724" y="1505783"/>
            <a:ext cx="1150144" cy="449818"/>
          </a:xfrm>
          <a:prstGeom prst="roundRect">
            <a:avLst>
              <a:gd fmla="val 17881"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a:off x="981313" y="1577578"/>
            <a:ext cx="862965" cy="3062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STOCKAGE</a:t>
            </a:r>
            <a:endParaRPr b="0" i="0" sz="1500" u="none" cap="none" strike="noStrike"/>
          </a:p>
        </p:txBody>
      </p:sp>
      <p:sp>
        <p:nvSpPr>
          <p:cNvPr id="357" name="Google Shape;357;p33"/>
          <p:cNvSpPr/>
          <p:nvPr/>
        </p:nvSpPr>
        <p:spPr>
          <a:xfrm>
            <a:off x="837724" y="2051328"/>
            <a:ext cx="8002429"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Structure des Données et Persistance</a:t>
            </a:r>
            <a:endParaRPr b="0" i="0" sz="3500" u="none" cap="none" strike="noStrike"/>
          </a:p>
        </p:txBody>
      </p:sp>
      <p:sp>
        <p:nvSpPr>
          <p:cNvPr id="358" name="Google Shape;358;p33"/>
          <p:cNvSpPr/>
          <p:nvPr/>
        </p:nvSpPr>
        <p:spPr>
          <a:xfrm>
            <a:off x="837724" y="2973586"/>
            <a:ext cx="6357818" cy="1755458"/>
          </a:xfrm>
          <a:prstGeom prst="roundRect">
            <a:avLst>
              <a:gd fmla="val 32727"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a:off x="1084659" y="3220522"/>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Stockage Local</a:t>
            </a:r>
            <a:endParaRPr b="0" i="0" sz="2200" u="none" cap="none" strike="noStrike"/>
          </a:p>
        </p:txBody>
      </p:sp>
      <p:sp>
        <p:nvSpPr>
          <p:cNvPr id="360" name="Google Shape;360;p33"/>
          <p:cNvSpPr/>
          <p:nvPr/>
        </p:nvSpPr>
        <p:spPr>
          <a:xfrm>
            <a:off x="1084659" y="3716060"/>
            <a:ext cx="586394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Toutes les données sont stockées de manière sécurisée dans le LocalStorage du navigateur.</a:t>
            </a:r>
            <a:endParaRPr b="0" i="0" sz="1850" u="none" cap="none" strike="noStrike"/>
          </a:p>
        </p:txBody>
      </p:sp>
      <p:sp>
        <p:nvSpPr>
          <p:cNvPr id="361" name="Google Shape;361;p33"/>
          <p:cNvSpPr/>
          <p:nvPr/>
        </p:nvSpPr>
        <p:spPr>
          <a:xfrm>
            <a:off x="7434858" y="2973586"/>
            <a:ext cx="6357818" cy="1755458"/>
          </a:xfrm>
          <a:prstGeom prst="roundRect">
            <a:avLst>
              <a:gd fmla="val 32727"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3"/>
          <p:cNvSpPr/>
          <p:nvPr/>
        </p:nvSpPr>
        <p:spPr>
          <a:xfrm>
            <a:off x="7681793" y="3220522"/>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Structure "Produits"</a:t>
            </a:r>
            <a:endParaRPr b="0" i="0" sz="2200" u="none" cap="none" strike="noStrike"/>
          </a:p>
        </p:txBody>
      </p:sp>
      <p:sp>
        <p:nvSpPr>
          <p:cNvPr id="363" name="Google Shape;363;p33"/>
          <p:cNvSpPr/>
          <p:nvPr/>
        </p:nvSpPr>
        <p:spPr>
          <a:xfrm>
            <a:off x="7681793" y="3716060"/>
            <a:ext cx="586394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id, nom, catégorie, prix, stock, image, description, dateCreation.</a:t>
            </a:r>
            <a:endParaRPr b="0" i="0" sz="1850" u="none" cap="none" strike="noStrike"/>
          </a:p>
        </p:txBody>
      </p:sp>
      <p:sp>
        <p:nvSpPr>
          <p:cNvPr id="364" name="Google Shape;364;p33"/>
          <p:cNvSpPr/>
          <p:nvPr/>
        </p:nvSpPr>
        <p:spPr>
          <a:xfrm>
            <a:off x="837724" y="4968359"/>
            <a:ext cx="6357818" cy="1755458"/>
          </a:xfrm>
          <a:prstGeom prst="roundRect">
            <a:avLst>
              <a:gd fmla="val 32727"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3"/>
          <p:cNvSpPr/>
          <p:nvPr/>
        </p:nvSpPr>
        <p:spPr>
          <a:xfrm>
            <a:off x="1084659" y="5215295"/>
            <a:ext cx="3010257"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Structure "Catégories"</a:t>
            </a:r>
            <a:endParaRPr b="0" i="0" sz="2200" u="none" cap="none" strike="noStrike"/>
          </a:p>
        </p:txBody>
      </p:sp>
      <p:sp>
        <p:nvSpPr>
          <p:cNvPr id="366" name="Google Shape;366;p33"/>
          <p:cNvSpPr/>
          <p:nvPr/>
        </p:nvSpPr>
        <p:spPr>
          <a:xfrm>
            <a:off x="1084659" y="5710833"/>
            <a:ext cx="5863947"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id, nom, description.</a:t>
            </a:r>
            <a:endParaRPr b="0" i="0" sz="1850" u="none" cap="none" strike="noStrike"/>
          </a:p>
        </p:txBody>
      </p:sp>
      <p:sp>
        <p:nvSpPr>
          <p:cNvPr id="367" name="Google Shape;367;p33"/>
          <p:cNvSpPr/>
          <p:nvPr/>
        </p:nvSpPr>
        <p:spPr>
          <a:xfrm>
            <a:off x="7434858" y="4968359"/>
            <a:ext cx="6357818" cy="1755458"/>
          </a:xfrm>
          <a:prstGeom prst="roundRect">
            <a:avLst>
              <a:gd fmla="val 32727"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3"/>
          <p:cNvSpPr/>
          <p:nvPr/>
        </p:nvSpPr>
        <p:spPr>
          <a:xfrm>
            <a:off x="7681793" y="5215295"/>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Source Serif 4"/>
              <a:buNone/>
            </a:pPr>
            <a:r>
              <a:rPr b="0" i="0" lang="en-US" sz="2200" u="none" cap="none" strike="noStrike">
                <a:solidFill>
                  <a:srgbClr val="272525"/>
                </a:solidFill>
                <a:latin typeface="Source Serif 4"/>
                <a:ea typeface="Source Serif 4"/>
                <a:cs typeface="Source Serif 4"/>
                <a:sym typeface="Source Serif 4"/>
              </a:rPr>
              <a:t>Initialisation</a:t>
            </a:r>
            <a:endParaRPr b="0" i="0" sz="2200" u="none" cap="none" strike="noStrike"/>
          </a:p>
        </p:txBody>
      </p:sp>
      <p:sp>
        <p:nvSpPr>
          <p:cNvPr id="369" name="Google Shape;369;p33"/>
          <p:cNvSpPr/>
          <p:nvPr/>
        </p:nvSpPr>
        <p:spPr>
          <a:xfrm>
            <a:off x="7681793" y="5710833"/>
            <a:ext cx="586394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Catégories par défaut : Ordinateurs, Smartphones, Tablettes, Accessoires.</a:t>
            </a:r>
            <a:endParaRPr b="0" i="0" sz="1850" u="none" cap="none" strike="noStrike"/>
          </a:p>
        </p:txBody>
      </p:sp>
      <p:sp>
        <p:nvSpPr>
          <p:cNvPr id="370" name="Google Shape;370;p33"/>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1" name="Google Shape;371;p33"/>
          <p:cNvSpPr/>
          <p:nvPr/>
        </p:nvSpPr>
        <p:spPr>
          <a:xfrm>
            <a:off x="12943200" y="78858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4"/>
          <p:cNvSpPr/>
          <p:nvPr/>
        </p:nvSpPr>
        <p:spPr>
          <a:xfrm>
            <a:off x="2290525" y="3299725"/>
            <a:ext cx="9876600" cy="2710200"/>
          </a:xfrm>
          <a:prstGeom prst="roundRect">
            <a:avLst>
              <a:gd fmla="val 16667" name="adj"/>
            </a:avLst>
          </a:prstGeom>
          <a:solidFill>
            <a:srgbClr val="F0D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8" name="Google Shape;378;p34"/>
          <p:cNvSpPr/>
          <p:nvPr/>
        </p:nvSpPr>
        <p:spPr>
          <a:xfrm>
            <a:off x="1149925" y="657025"/>
            <a:ext cx="1004400" cy="449700"/>
          </a:xfrm>
          <a:prstGeom prst="roundRect">
            <a:avLst>
              <a:gd fmla="val 17881" name="adj"/>
            </a:avLst>
          </a:prstGeom>
          <a:solidFill>
            <a:srgbClr val="F0D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4"/>
          <p:cNvSpPr/>
          <p:nvPr/>
        </p:nvSpPr>
        <p:spPr>
          <a:xfrm>
            <a:off x="1293513" y="728822"/>
            <a:ext cx="654000" cy="306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Source Sans 3"/>
              <a:buNone/>
            </a:pPr>
            <a:r>
              <a:rPr b="0" i="0" lang="en-US" sz="1500" u="none" cap="none" strike="noStrike">
                <a:solidFill>
                  <a:srgbClr val="272525"/>
                </a:solidFill>
                <a:latin typeface="Source Sans 3"/>
                <a:ea typeface="Source Sans 3"/>
                <a:cs typeface="Source Sans 3"/>
                <a:sym typeface="Source Sans 3"/>
              </a:rPr>
              <a:t>FUTURE</a:t>
            </a:r>
            <a:endParaRPr b="0" i="0" sz="1500" u="none" cap="none" strike="noStrike"/>
          </a:p>
        </p:txBody>
      </p:sp>
      <p:sp>
        <p:nvSpPr>
          <p:cNvPr id="380" name="Google Shape;380;p34"/>
          <p:cNvSpPr/>
          <p:nvPr/>
        </p:nvSpPr>
        <p:spPr>
          <a:xfrm>
            <a:off x="3403350" y="1518825"/>
            <a:ext cx="7686600" cy="563400"/>
          </a:xfrm>
          <a:prstGeom prst="rect">
            <a:avLst/>
          </a:prstGeom>
          <a:solidFill>
            <a:srgbClr val="F0D4F7"/>
          </a:solid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3500"/>
              <a:buFont typeface="Source Serif 4"/>
              <a:buNone/>
            </a:pPr>
            <a:r>
              <a:rPr b="0" i="0" lang="en-US" sz="3500" u="none" cap="none" strike="noStrike">
                <a:solidFill>
                  <a:srgbClr val="000000"/>
                </a:solidFill>
                <a:latin typeface="Source Serif 4"/>
                <a:ea typeface="Source Serif 4"/>
                <a:cs typeface="Source Serif 4"/>
                <a:sym typeface="Source Serif 4"/>
              </a:rPr>
              <a:t>Perspectives d'Amélioration Future</a:t>
            </a:r>
            <a:r>
              <a:rPr lang="en-US" sz="3500">
                <a:latin typeface="Source Serif 4"/>
                <a:ea typeface="Source Serif 4"/>
                <a:cs typeface="Source Serif 4"/>
                <a:sym typeface="Source Serif 4"/>
              </a:rPr>
              <a:t>e</a:t>
            </a:r>
            <a:endParaRPr b="0" i="0" sz="3500" u="none" cap="none" strike="noStrike"/>
          </a:p>
        </p:txBody>
      </p:sp>
      <p:sp>
        <p:nvSpPr>
          <p:cNvPr id="381" name="Google Shape;381;p34"/>
          <p:cNvSpPr/>
          <p:nvPr/>
        </p:nvSpPr>
        <p:spPr>
          <a:xfrm>
            <a:off x="837749" y="3537118"/>
            <a:ext cx="12954900" cy="3831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Source Sans 3"/>
              <a:buNone/>
            </a:pPr>
            <a:r>
              <a:rPr b="1" i="0" lang="en-US" sz="1850" u="none" cap="none" strike="noStrike">
                <a:solidFill>
                  <a:srgbClr val="BE49DF"/>
                </a:solidFill>
                <a:latin typeface="Source Sans 3"/>
                <a:ea typeface="Source Sans 3"/>
                <a:cs typeface="Source Sans 3"/>
                <a:sym typeface="Source Sans 3"/>
              </a:rPr>
              <a:t>Authentification Utilisateur:</a:t>
            </a:r>
            <a:r>
              <a:rPr b="0" i="0" lang="en-US" sz="1850" u="none" cap="none" strike="noStrike">
                <a:solidFill>
                  <a:srgbClr val="272525"/>
                </a:solidFill>
                <a:latin typeface="Source Sans 3"/>
                <a:ea typeface="Source Sans 3"/>
                <a:cs typeface="Source Sans 3"/>
                <a:sym typeface="Source Sans 3"/>
              </a:rPr>
              <a:t> Pour une gestion multi-utilisateurs et des rôles.</a:t>
            </a:r>
            <a:endParaRPr b="0" i="0" sz="1850" u="none" cap="none" strike="noStrike"/>
          </a:p>
        </p:txBody>
      </p:sp>
      <p:sp>
        <p:nvSpPr>
          <p:cNvPr id="382" name="Google Shape;382;p34"/>
          <p:cNvSpPr/>
          <p:nvPr/>
        </p:nvSpPr>
        <p:spPr>
          <a:xfrm>
            <a:off x="837749" y="3974955"/>
            <a:ext cx="12954900" cy="3831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Source Sans 3"/>
              <a:buNone/>
            </a:pPr>
            <a:r>
              <a:rPr b="1" i="0" lang="en-US" sz="1850" u="none" cap="none" strike="noStrike">
                <a:solidFill>
                  <a:srgbClr val="BE49DF"/>
                </a:solidFill>
                <a:latin typeface="Source Sans 3"/>
                <a:ea typeface="Source Sans 3"/>
                <a:cs typeface="Source Sans 3"/>
                <a:sym typeface="Source Sans 3"/>
              </a:rPr>
              <a:t>Export/Import de Données:</a:t>
            </a:r>
            <a:r>
              <a:rPr b="0" i="0" lang="en-US" sz="1850" u="none" cap="none" strike="noStrike">
                <a:solidFill>
                  <a:srgbClr val="BE49DF"/>
                </a:solidFill>
                <a:latin typeface="Source Sans 3"/>
                <a:ea typeface="Source Sans 3"/>
                <a:cs typeface="Source Sans 3"/>
                <a:sym typeface="Source Sans 3"/>
              </a:rPr>
              <a:t> </a:t>
            </a:r>
            <a:r>
              <a:rPr b="0" i="0" lang="en-US" sz="1850" u="none" cap="none" strike="noStrike">
                <a:solidFill>
                  <a:srgbClr val="272525"/>
                </a:solidFill>
                <a:latin typeface="Source Sans 3"/>
                <a:ea typeface="Source Sans 3"/>
                <a:cs typeface="Source Sans 3"/>
                <a:sym typeface="Source Sans 3"/>
              </a:rPr>
              <a:t>Formats JSON et CSV pour la portabilité des données.</a:t>
            </a:r>
            <a:endParaRPr b="0" i="0" sz="1850" u="none" cap="none" strike="noStrike"/>
          </a:p>
        </p:txBody>
      </p:sp>
      <p:sp>
        <p:nvSpPr>
          <p:cNvPr id="383" name="Google Shape;383;p34"/>
          <p:cNvSpPr/>
          <p:nvPr/>
        </p:nvSpPr>
        <p:spPr>
          <a:xfrm>
            <a:off x="837749" y="4441680"/>
            <a:ext cx="12954900" cy="3831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Source Sans 3"/>
              <a:buNone/>
            </a:pPr>
            <a:r>
              <a:rPr b="1" i="0" lang="en-US" sz="1850" u="none" cap="none" strike="noStrike">
                <a:solidFill>
                  <a:srgbClr val="BE49DF"/>
                </a:solidFill>
                <a:latin typeface="Source Sans 3"/>
                <a:ea typeface="Source Sans 3"/>
                <a:cs typeface="Source Sans 3"/>
                <a:sym typeface="Source Sans 3"/>
              </a:rPr>
              <a:t>Pagination et Filtres Avancés</a:t>
            </a:r>
            <a:r>
              <a:rPr b="1" i="0" lang="en-US" sz="1850" u="none" cap="none" strike="noStrike">
                <a:solidFill>
                  <a:srgbClr val="272525"/>
                </a:solidFill>
                <a:latin typeface="Source Sans 3"/>
                <a:ea typeface="Source Sans 3"/>
                <a:cs typeface="Source Sans 3"/>
                <a:sym typeface="Source Sans 3"/>
              </a:rPr>
              <a:t>:</a:t>
            </a:r>
            <a:r>
              <a:rPr b="0" i="0" lang="en-US" sz="1850" u="none" cap="none" strike="noStrike">
                <a:solidFill>
                  <a:srgbClr val="272525"/>
                </a:solidFill>
                <a:latin typeface="Source Sans 3"/>
                <a:ea typeface="Source Sans 3"/>
                <a:cs typeface="Source Sans 3"/>
                <a:sym typeface="Source Sans 3"/>
              </a:rPr>
              <a:t> Pour une gestion optimisée des grandes listes de produits.</a:t>
            </a:r>
            <a:endParaRPr b="0" i="0" sz="1850" u="none" cap="none" strike="noStrike"/>
          </a:p>
        </p:txBody>
      </p:sp>
      <p:sp>
        <p:nvSpPr>
          <p:cNvPr id="384" name="Google Shape;384;p34"/>
          <p:cNvSpPr/>
          <p:nvPr/>
        </p:nvSpPr>
        <p:spPr>
          <a:xfrm>
            <a:off x="837749" y="4908405"/>
            <a:ext cx="12954900" cy="3831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Source Sans 3"/>
              <a:buNone/>
            </a:pPr>
            <a:r>
              <a:rPr b="1" i="0" lang="en-US" sz="1850" u="none" cap="none" strike="noStrike">
                <a:solidFill>
                  <a:srgbClr val="BE49DF"/>
                </a:solidFill>
                <a:latin typeface="Source Sans 3"/>
                <a:ea typeface="Source Sans 3"/>
                <a:cs typeface="Source Sans 3"/>
                <a:sym typeface="Source Sans 3"/>
              </a:rPr>
              <a:t>Historique des Modifications:</a:t>
            </a:r>
            <a:r>
              <a:rPr b="0" i="0" lang="en-US" sz="1850" u="none" cap="none" strike="noStrike">
                <a:solidFill>
                  <a:srgbClr val="272525"/>
                </a:solidFill>
                <a:latin typeface="Source Sans 3"/>
                <a:ea typeface="Source Sans 3"/>
                <a:cs typeface="Source Sans 3"/>
                <a:sym typeface="Source Sans 3"/>
              </a:rPr>
              <a:t> Suivi des changements apportés aux produits et catégories.</a:t>
            </a:r>
            <a:endParaRPr b="0" i="0" sz="1850" u="none" cap="none" strike="noStrike"/>
          </a:p>
        </p:txBody>
      </p:sp>
      <p:sp>
        <p:nvSpPr>
          <p:cNvPr id="385" name="Google Shape;385;p34"/>
          <p:cNvSpPr/>
          <p:nvPr/>
        </p:nvSpPr>
        <p:spPr>
          <a:xfrm>
            <a:off x="837749" y="5375130"/>
            <a:ext cx="12954900" cy="3831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272525"/>
              </a:buClr>
              <a:buSzPts val="1850"/>
              <a:buFont typeface="Source Sans 3"/>
              <a:buNone/>
            </a:pPr>
            <a:r>
              <a:rPr b="1" i="0" lang="en-US" sz="1850" u="none" cap="none" strike="noStrike">
                <a:solidFill>
                  <a:srgbClr val="BE49DF"/>
                </a:solidFill>
                <a:latin typeface="Source Sans 3"/>
                <a:ea typeface="Source Sans 3"/>
                <a:cs typeface="Source Sans 3"/>
                <a:sym typeface="Source Sans 3"/>
              </a:rPr>
              <a:t>Backend API:</a:t>
            </a:r>
            <a:r>
              <a:rPr b="0" i="0" lang="en-US" sz="1850" u="none" cap="none" strike="noStrike">
                <a:solidFill>
                  <a:srgbClr val="272525"/>
                </a:solidFill>
                <a:latin typeface="Source Sans 3"/>
                <a:ea typeface="Source Sans 3"/>
                <a:cs typeface="Source Sans 3"/>
                <a:sym typeface="Source Sans 3"/>
              </a:rPr>
              <a:t> Pour une persistance des données côté serveur, offrant plus de scalabilité.</a:t>
            </a:r>
            <a:endParaRPr b="0" i="0" sz="1850" u="none" cap="none" strike="noStrike"/>
          </a:p>
        </p:txBody>
      </p:sp>
      <p:sp>
        <p:nvSpPr>
          <p:cNvPr id="386" name="Google Shape;386;p34"/>
          <p:cNvSpPr/>
          <p:nvPr/>
        </p:nvSpPr>
        <p:spPr>
          <a:xfrm>
            <a:off x="12790800" y="7733400"/>
            <a:ext cx="1839600" cy="49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7" name="Google Shape;387;p34"/>
          <p:cNvSpPr/>
          <p:nvPr/>
        </p:nvSpPr>
        <p:spPr>
          <a:xfrm rot="-2510521">
            <a:off x="-1672735" y="-1278027"/>
            <a:ext cx="3745470" cy="2748578"/>
          </a:xfrm>
          <a:prstGeom prst="flowChartPunchedTape">
            <a:avLst/>
          </a:prstGeom>
          <a:solidFill>
            <a:srgbClr val="F0D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8" name="Google Shape;388;p34"/>
          <p:cNvSpPr/>
          <p:nvPr/>
        </p:nvSpPr>
        <p:spPr>
          <a:xfrm rot="-2510521">
            <a:off x="12306415" y="6470673"/>
            <a:ext cx="3745470" cy="2748578"/>
          </a:xfrm>
          <a:prstGeom prst="flowChartPunchedTape">
            <a:avLst/>
          </a:prstGeom>
          <a:solidFill>
            <a:srgbClr val="F0D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